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441" r:id="rId2"/>
    <p:sldId id="442" r:id="rId3"/>
    <p:sldId id="443" r:id="rId4"/>
    <p:sldId id="444" r:id="rId5"/>
    <p:sldId id="445" r:id="rId6"/>
    <p:sldId id="446" r:id="rId7"/>
    <p:sldId id="447" r:id="rId8"/>
    <p:sldId id="448" r:id="rId9"/>
    <p:sldId id="449" r:id="rId10"/>
    <p:sldId id="450" r:id="rId11"/>
    <p:sldId id="472" r:id="rId12"/>
    <p:sldId id="214684708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83551" autoAdjust="0"/>
  </p:normalViewPr>
  <p:slideViewPr>
    <p:cSldViewPr snapToGrid="0">
      <p:cViewPr varScale="1">
        <p:scale>
          <a:sx n="93" d="100"/>
          <a:sy n="93" d="100"/>
        </p:scale>
        <p:origin x="107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C15FA6-AB35-4198-A392-1A186E46F3D5}" type="datetimeFigureOut">
              <a:rPr lang="en-US" smtClean="0"/>
              <a:t>4/18/2023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1C1621-5117-4F7B-9F94-EBC28CCBC8F7}" type="slidenum">
              <a:rPr lang="en-US" smtClean="0"/>
              <a:t>‹#›</a:t>
            </a:fld>
            <a:endParaRPr lang="en-US"/>
          </a:p>
        </p:txBody>
      </p:sp>
    </p:spTree>
    <p:extLst>
      <p:ext uri="{BB962C8B-B14F-4D97-AF65-F5344CB8AC3E}">
        <p14:creationId xmlns:p14="http://schemas.microsoft.com/office/powerpoint/2010/main" val="1702387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joining us today. In today’s presentation, we are going to go through all the features of myuhc.com and the UHC App. </a:t>
            </a:r>
          </a:p>
          <a:p>
            <a:r>
              <a:rPr lang="en-US" dirty="0"/>
              <a:t>If you would like to follow along, simply scan the QR Code to open myuhc.com.</a:t>
            </a:r>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DF0177F8-3717-E441-ABD5-E9CC1E0ED10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6136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begin by going to www.myuhc.com.</a:t>
            </a:r>
          </a:p>
          <a:p>
            <a:pPr marL="0" algn="l" rtl="0" eaLnBrk="1" fontAlgn="t" latinLnBrk="0" hangingPunct="1">
              <a:spcBef>
                <a:spcPts val="0"/>
              </a:spcBef>
              <a:spcAft>
                <a:spcPts val="0"/>
              </a:spcAft>
            </a:pPr>
            <a:endParaRPr lang="en-US" sz="1800" b="0" i="0" u="none" strike="noStrike" kern="1200" dirty="0">
              <a:solidFill>
                <a:srgbClr val="002477"/>
              </a:solidFill>
              <a:effectLst/>
              <a:latin typeface="Arial" panose="020B0604020202020204" pitchFamily="34" charset="0"/>
            </a:endParaRPr>
          </a:p>
          <a:p>
            <a:pPr marL="0" algn="l" rtl="0" eaLnBrk="1" fontAlgn="t" latinLnBrk="0" hangingPunct="1">
              <a:spcBef>
                <a:spcPts val="0"/>
              </a:spcBef>
              <a:spcAft>
                <a:spcPts val="0"/>
              </a:spcAft>
            </a:pPr>
            <a:r>
              <a:rPr lang="en-US" sz="1800" b="0" i="0" u="none" strike="noStrike" kern="1200" dirty="0">
                <a:solidFill>
                  <a:srgbClr val="002477"/>
                </a:solidFill>
                <a:effectLst/>
                <a:latin typeface="Arial" panose="020B0604020202020204" pitchFamily="34" charset="0"/>
              </a:rPr>
              <a:t>Click on “</a:t>
            </a:r>
            <a:r>
              <a:rPr lang="en-US" sz="1800" b="1" i="0" u="none" strike="noStrike" kern="1200" dirty="0">
                <a:solidFill>
                  <a:srgbClr val="002477"/>
                </a:solidFill>
                <a:effectLst/>
                <a:latin typeface="Arial" panose="020B0604020202020204" pitchFamily="34" charset="0"/>
              </a:rPr>
              <a:t>Register</a:t>
            </a:r>
            <a:r>
              <a:rPr lang="en-US" sz="1800" b="0" i="0" u="none" strike="noStrike" kern="1200" dirty="0">
                <a:solidFill>
                  <a:srgbClr val="002477"/>
                </a:solidFill>
                <a:effectLst/>
                <a:latin typeface="Arial" panose="020B0604020202020204" pitchFamily="34" charset="0"/>
              </a:rPr>
              <a:t>” under New Member?</a:t>
            </a:r>
          </a:p>
          <a:p>
            <a:pPr marL="0" algn="l" rtl="0" eaLnBrk="1" fontAlgn="t" latinLnBrk="0" hangingPunct="1">
              <a:spcBef>
                <a:spcPts val="0"/>
              </a:spcBef>
              <a:spcAft>
                <a:spcPts val="0"/>
              </a:spcAft>
            </a:pPr>
            <a:r>
              <a:rPr lang="en-US" sz="1800" b="0" i="0" u="none" strike="noStrike" kern="1200" dirty="0">
                <a:solidFill>
                  <a:srgbClr val="002477"/>
                </a:solidFill>
                <a:effectLst/>
                <a:latin typeface="Arial" panose="020B0604020202020204" pitchFamily="34" charset="0"/>
              </a:rPr>
              <a:t>On the next page, you will need your UHC Medical ID card.</a:t>
            </a:r>
            <a:endParaRPr lang="en-US"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sz="1800" b="0" i="0" u="none" strike="noStrike" kern="1200" dirty="0">
                <a:solidFill>
                  <a:srgbClr val="002477"/>
                </a:solidFill>
                <a:effectLst/>
                <a:latin typeface="Arial" panose="020B0604020202020204" pitchFamily="34" charset="0"/>
              </a:rPr>
              <a:t>Enter your name and date of birth. Then, enter your member ID number which can be found in the upper left hand corner of your ID card. Then enter the group number which is the number in the upper right hand corner of your ID card. </a:t>
            </a:r>
            <a:endParaRPr lang="en-US"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sz="1800" b="0" i="0" u="none" strike="noStrike" kern="1200" dirty="0">
                <a:solidFill>
                  <a:srgbClr val="002477"/>
                </a:solidFill>
                <a:effectLst/>
                <a:latin typeface="Arial" panose="020B0604020202020204" pitchFamily="34" charset="0"/>
              </a:rPr>
              <a:t>Select Continue</a:t>
            </a:r>
          </a:p>
          <a:p>
            <a:pPr marL="0" algn="l" rtl="0" eaLnBrk="1" fontAlgn="t" latinLnBrk="0" hangingPunct="1">
              <a:spcBef>
                <a:spcPts val="0"/>
              </a:spcBef>
              <a:spcAft>
                <a:spcPts val="0"/>
              </a:spcAft>
            </a:pPr>
            <a:endParaRPr lang="en-US" sz="1800" b="0" i="0" u="none" strike="noStrike" kern="1200" dirty="0">
              <a:solidFill>
                <a:srgbClr val="002477"/>
              </a:solidFill>
              <a:effectLst/>
              <a:latin typeface="Arial" panose="020B0604020202020204" pitchFamily="34" charset="0"/>
            </a:endParaRPr>
          </a:p>
          <a:p>
            <a:pPr marL="0" algn="l" rtl="0" eaLnBrk="1" fontAlgn="t" latinLnBrk="0" hangingPunct="1">
              <a:spcBef>
                <a:spcPts val="0"/>
              </a:spcBef>
              <a:spcAft>
                <a:spcPts val="0"/>
              </a:spcAft>
            </a:pPr>
            <a:r>
              <a:rPr lang="en-US" sz="1800" b="0" i="0" u="none" strike="noStrike" kern="1200" dirty="0">
                <a:solidFill>
                  <a:srgbClr val="002477"/>
                </a:solidFill>
                <a:effectLst/>
                <a:latin typeface="Arial" panose="020B0604020202020204" pitchFamily="34" charset="0"/>
              </a:rPr>
              <a:t>Now you are going to create a unique username and password called your </a:t>
            </a:r>
            <a:r>
              <a:rPr lang="en-US" sz="1800" b="0" i="0" u="none" strike="noStrike" kern="1200" dirty="0" err="1">
                <a:solidFill>
                  <a:srgbClr val="002477"/>
                </a:solidFill>
                <a:effectLst/>
                <a:latin typeface="Arial" panose="020B0604020202020204" pitchFamily="34" charset="0"/>
              </a:rPr>
              <a:t>HealthSafeID</a:t>
            </a:r>
            <a:r>
              <a:rPr lang="en-US" sz="1800" b="0" i="0" u="none" strike="noStrike" kern="1200" dirty="0">
                <a:solidFill>
                  <a:srgbClr val="002477"/>
                </a:solidFill>
                <a:effectLst/>
                <a:latin typeface="Arial" panose="020B0604020202020204" pitchFamily="34" charset="0"/>
              </a:rPr>
              <a:t>. Enter your email and select continue.</a:t>
            </a:r>
          </a:p>
          <a:p>
            <a:endParaRPr lang="en-US" dirty="0"/>
          </a:p>
        </p:txBody>
      </p:sp>
      <p:sp>
        <p:nvSpPr>
          <p:cNvPr id="4" name="Slide Number Placeholder 3"/>
          <p:cNvSpPr>
            <a:spLocks noGrp="1"/>
          </p:cNvSpPr>
          <p:nvPr>
            <p:ph type="sldNum" sz="quarter" idx="5"/>
          </p:nvPr>
        </p:nvSpPr>
        <p:spPr/>
        <p:txBody>
          <a:bodyPr/>
          <a:lstStyle/>
          <a:p>
            <a:fld id="{641C1621-5117-4F7B-9F94-EBC28CCBC8F7}" type="slidenum">
              <a:rPr lang="en-US" smtClean="0"/>
              <a:t>2</a:t>
            </a:fld>
            <a:endParaRPr lang="en-US"/>
          </a:p>
        </p:txBody>
      </p:sp>
    </p:spTree>
    <p:extLst>
      <p:ext uri="{BB962C8B-B14F-4D97-AF65-F5344CB8AC3E}">
        <p14:creationId xmlns:p14="http://schemas.microsoft.com/office/powerpoint/2010/main" val="4232592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you have created your </a:t>
            </a:r>
            <a:r>
              <a:rPr lang="en-US" dirty="0" err="1"/>
              <a:t>HealthSafeID</a:t>
            </a:r>
            <a:r>
              <a:rPr lang="en-US" dirty="0"/>
              <a:t>, we are going to confirm your account set-up.</a:t>
            </a:r>
          </a:p>
          <a:p>
            <a:endParaRPr lang="en-US" sz="1800" b="0" i="0" u="none" strike="noStrike" kern="1200" dirty="0">
              <a:solidFill>
                <a:srgbClr val="002477"/>
              </a:solidFill>
              <a:effectLst/>
              <a:latin typeface="Arial" panose="020B0604020202020204" pitchFamily="34" charset="0"/>
            </a:endParaRPr>
          </a:p>
          <a:p>
            <a:pPr marL="0" algn="l" rtl="0" eaLnBrk="1" fontAlgn="t" latinLnBrk="0" hangingPunct="1">
              <a:spcBef>
                <a:spcPts val="0"/>
              </a:spcBef>
              <a:spcAft>
                <a:spcPts val="0"/>
              </a:spcAft>
            </a:pPr>
            <a:r>
              <a:rPr lang="en-US" sz="1800" b="0" i="0" u="none" strike="noStrike" kern="1200" dirty="0">
                <a:solidFill>
                  <a:srgbClr val="002477"/>
                </a:solidFill>
                <a:effectLst/>
                <a:latin typeface="Arial" panose="020B0604020202020204" pitchFamily="34" charset="0"/>
              </a:rPr>
              <a:t>Enter your personal cell phone</a:t>
            </a:r>
            <a:endParaRPr lang="en-US"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sz="1800" b="0" i="0" u="none" strike="noStrike" kern="1200" dirty="0">
                <a:solidFill>
                  <a:srgbClr val="002477"/>
                </a:solidFill>
                <a:effectLst/>
                <a:latin typeface="Arial" panose="020B0604020202020204" pitchFamily="34" charset="0"/>
              </a:rPr>
              <a:t>Select </a:t>
            </a:r>
            <a:r>
              <a:rPr lang="en-US" sz="1800" b="1" i="0" u="none" strike="noStrike" kern="1200" dirty="0">
                <a:solidFill>
                  <a:srgbClr val="002477"/>
                </a:solidFill>
                <a:effectLst/>
                <a:latin typeface="Arial" panose="020B0604020202020204" pitchFamily="34" charset="0"/>
              </a:rPr>
              <a:t>Text me</a:t>
            </a:r>
          </a:p>
          <a:p>
            <a:pPr marL="0" algn="l" rtl="0" eaLnBrk="1" fontAlgn="t" latinLnBrk="0" hangingPunct="1">
              <a:spcBef>
                <a:spcPts val="0"/>
              </a:spcBef>
              <a:spcAft>
                <a:spcPts val="0"/>
              </a:spcAft>
            </a:pPr>
            <a:endParaRPr lang="en-US" sz="1800" b="1" i="0" u="none" strike="noStrike" kern="1200" dirty="0">
              <a:solidFill>
                <a:srgbClr val="002477"/>
              </a:solidFill>
              <a:effectLst/>
              <a:latin typeface="Arial" panose="020B0604020202020204" pitchFamily="34" charset="0"/>
            </a:endParaRPr>
          </a:p>
          <a:p>
            <a:pPr marL="0" algn="l" rtl="0" eaLnBrk="1" fontAlgn="t" latinLnBrk="0" hangingPunct="1">
              <a:spcBef>
                <a:spcPts val="0"/>
              </a:spcBef>
              <a:spcAft>
                <a:spcPts val="0"/>
              </a:spcAft>
            </a:pPr>
            <a:r>
              <a:rPr lang="en-US" sz="1800" b="0" i="0" u="none" strike="noStrike" kern="1200" dirty="0">
                <a:solidFill>
                  <a:srgbClr val="002477"/>
                </a:solidFill>
                <a:effectLst/>
                <a:latin typeface="Arial" panose="020B0604020202020204" pitchFamily="34" charset="0"/>
              </a:rPr>
              <a:t>Check your text messages and enter the confirmation code below on the next page</a:t>
            </a:r>
          </a:p>
          <a:p>
            <a:pPr marL="0" algn="l" rtl="0" eaLnBrk="1" fontAlgn="t" latinLnBrk="0" hangingPunct="1">
              <a:spcBef>
                <a:spcPts val="0"/>
              </a:spcBef>
              <a:spcAft>
                <a:spcPts val="0"/>
              </a:spcAft>
            </a:pPr>
            <a:endParaRPr lang="en-US"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sz="1800" b="0" i="0" u="none" strike="noStrike" kern="1200" dirty="0">
                <a:solidFill>
                  <a:srgbClr val="002477"/>
                </a:solidFill>
                <a:effectLst/>
                <a:latin typeface="Arial" panose="020B0604020202020204" pitchFamily="34" charset="0"/>
              </a:rPr>
              <a:t>Congrats! You have created your </a:t>
            </a:r>
            <a:r>
              <a:rPr lang="en-US" sz="1800" b="0" i="0" u="none" strike="noStrike" kern="1200" dirty="0" err="1">
                <a:solidFill>
                  <a:srgbClr val="002477"/>
                </a:solidFill>
                <a:effectLst/>
                <a:latin typeface="Arial" panose="020B0604020202020204" pitchFamily="34" charset="0"/>
              </a:rPr>
              <a:t>HealthSafeID</a:t>
            </a:r>
            <a:r>
              <a:rPr lang="en-US" sz="1800" b="0" i="0" u="none" strike="noStrike" kern="1200" dirty="0">
                <a:solidFill>
                  <a:srgbClr val="002477"/>
                </a:solidFill>
                <a:effectLst/>
                <a:latin typeface="Arial" panose="020B0604020202020204" pitchFamily="34" charset="0"/>
              </a:rPr>
              <a:t> which you will use to login to myuhc.com and the UHC App.</a:t>
            </a:r>
            <a:endParaRPr lang="en-US"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sz="1800" b="0" i="0" u="none" strike="noStrike" kern="1200" dirty="0">
                <a:solidFill>
                  <a:srgbClr val="002477"/>
                </a:solidFill>
                <a:effectLst/>
                <a:latin typeface="Arial" panose="020B0604020202020204" pitchFamily="34" charset="0"/>
              </a:rPr>
              <a:t>Select </a:t>
            </a:r>
            <a:r>
              <a:rPr lang="en-US" sz="1800" b="1" i="0" u="none" strike="noStrike" kern="1200" dirty="0">
                <a:solidFill>
                  <a:srgbClr val="002477"/>
                </a:solidFill>
                <a:effectLst/>
                <a:latin typeface="Arial" panose="020B0604020202020204" pitchFamily="34" charset="0"/>
              </a:rPr>
              <a:t>Continue to Account </a:t>
            </a:r>
            <a:r>
              <a:rPr lang="en-US" sz="1800" b="0" i="0" u="none" strike="noStrike" kern="1200" dirty="0">
                <a:solidFill>
                  <a:srgbClr val="002477"/>
                </a:solidFill>
                <a:effectLst/>
                <a:latin typeface="Arial" panose="020B0604020202020204" pitchFamily="34" charset="0"/>
              </a:rPr>
              <a:t>to enter myuhc.com</a:t>
            </a:r>
            <a:endParaRPr lang="en-US" sz="1800" b="0" i="0" u="none" strike="noStrike" dirty="0">
              <a:effectLst/>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641C1621-5117-4F7B-9F94-EBC28CCBC8F7}" type="slidenum">
              <a:rPr lang="en-US" smtClean="0"/>
              <a:t>3</a:t>
            </a:fld>
            <a:endParaRPr lang="en-US"/>
          </a:p>
        </p:txBody>
      </p:sp>
    </p:spTree>
    <p:extLst>
      <p:ext uri="{BB962C8B-B14F-4D97-AF65-F5344CB8AC3E}">
        <p14:creationId xmlns:p14="http://schemas.microsoft.com/office/powerpoint/2010/main" val="3583134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dashboard, you can find many resources. We will outline those now.  Please note, this screen may vary slightly from the slides based on your medical plan. </a:t>
            </a:r>
          </a:p>
          <a:p>
            <a:endParaRPr lang="en-US" dirty="0"/>
          </a:p>
          <a:p>
            <a:pPr marL="171450" indent="-171450">
              <a:buFont typeface="Arial" panose="020B0604020202020204" pitchFamily="34" charset="0"/>
              <a:buChar char="•"/>
            </a:pPr>
            <a:r>
              <a:rPr lang="en-US" dirty="0"/>
              <a:t>At the top of screen, you will find COVID-19 resources. The page will provide information on how to submit a claim for an at-home kit you purchased, FAQs about at-home kits, testing locations near you and much more.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Above the blue tool bar, you will find your Account Settings.  If you receive a message from UHC, it will appear in this section.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blue toolbar allows you to quickly go to each section within myuhc.com. Click on any of the titles and you will be taken to that section.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If you ever need a new ID card or an extra one, you can click on View &amp; Print Member ID Cards.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UHC allows our members to chat and email with our member services team. You can quickly chat with an Advocate by clicking on the chat button from the home screen.</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Your most recent claims will appear here on the home screen. You can scroll through these to view each one or click on the claim to view the details.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24/7 virtual care is very popular, You can click here and quickly be connected with one of our virtual providers. </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Next, we will explore each section within myuhc.com.</a:t>
            </a:r>
          </a:p>
          <a:p>
            <a:pPr marL="171450" indent="-171450">
              <a:buFont typeface="Arial" panose="020B0604020202020204" pitchFamily="34" charset="0"/>
              <a:buChar char="•"/>
            </a:pPr>
            <a:endParaRPr lang="en-US" dirty="0"/>
          </a:p>
          <a:p>
            <a:pPr marL="0" indent="0">
              <a:buFont typeface="Arial" panose="020B0604020202020204" pitchFamily="34" charset="0"/>
              <a:buNone/>
            </a:pP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41C1621-5117-4F7B-9F94-EBC28CCBC8F7}" type="slidenum">
              <a:rPr lang="en-US" smtClean="0"/>
              <a:t>4</a:t>
            </a:fld>
            <a:endParaRPr lang="en-US"/>
          </a:p>
        </p:txBody>
      </p:sp>
    </p:spTree>
    <p:extLst>
      <p:ext uri="{BB962C8B-B14F-4D97-AF65-F5344CB8AC3E}">
        <p14:creationId xmlns:p14="http://schemas.microsoft.com/office/powerpoint/2010/main" val="19844525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the care you need and knowing your costs ahead of time is easier than ever on myuhc.com under the Find Care &amp; Costs tab. In just a few simple steps, you can find a doctor, clinic, hospital or lab that meets your needs. </a:t>
            </a:r>
          </a:p>
          <a:p>
            <a:endParaRPr lang="en-US" dirty="0"/>
          </a:p>
          <a:p>
            <a:r>
              <a:rPr lang="en-US" dirty="0"/>
              <a:t>Using multiple search options, you can filter results by location, specialty, quality, cost, services offered and more.  You can even see patient ratings.  </a:t>
            </a:r>
          </a:p>
          <a:p>
            <a:endParaRPr lang="en-US" dirty="0"/>
          </a:p>
          <a:p>
            <a:r>
              <a:rPr lang="en-US" dirty="0"/>
              <a:t>Start your search by confirming the city and state. If you would like to see a provider in a nearby town or city, simply change the location. </a:t>
            </a:r>
          </a:p>
          <a:p>
            <a:endParaRPr lang="en-US" dirty="0"/>
          </a:p>
          <a:p>
            <a:r>
              <a:rPr lang="en-US" dirty="0"/>
              <a:t>You can click on one of the icons to find care by category or use the search bar to find a provider by name or practice.  </a:t>
            </a:r>
          </a:p>
          <a:p>
            <a:endParaRPr lang="en-US" dirty="0"/>
          </a:p>
          <a:p>
            <a:r>
              <a:rPr lang="en-US" dirty="0"/>
              <a:t>You can even search by condition, like back pain, or treatment, like physical therapy. </a:t>
            </a:r>
          </a:p>
        </p:txBody>
      </p:sp>
      <p:sp>
        <p:nvSpPr>
          <p:cNvPr id="4" name="Slide Number Placeholder 3"/>
          <p:cNvSpPr>
            <a:spLocks noGrp="1"/>
          </p:cNvSpPr>
          <p:nvPr>
            <p:ph type="sldNum" sz="quarter" idx="5"/>
          </p:nvPr>
        </p:nvSpPr>
        <p:spPr/>
        <p:txBody>
          <a:bodyPr/>
          <a:lstStyle/>
          <a:p>
            <a:fld id="{641C1621-5117-4F7B-9F94-EBC28CCBC8F7}" type="slidenum">
              <a:rPr lang="en-US" smtClean="0"/>
              <a:t>5</a:t>
            </a:fld>
            <a:endParaRPr lang="en-US"/>
          </a:p>
        </p:txBody>
      </p:sp>
    </p:spTree>
    <p:extLst>
      <p:ext uri="{BB962C8B-B14F-4D97-AF65-F5344CB8AC3E}">
        <p14:creationId xmlns:p14="http://schemas.microsoft.com/office/powerpoint/2010/main" val="1986755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Claims &amp; Accounts page, you can access you and your covered dependents claims.  Let’s look at the different sections on this page. </a:t>
            </a:r>
          </a:p>
          <a:p>
            <a:endParaRPr lang="en-US" dirty="0"/>
          </a:p>
          <a:p>
            <a:r>
              <a:rPr lang="en-US" dirty="0"/>
              <a:t>The toolbar takes you to different places within the Claims &amp; Accounts page:</a:t>
            </a:r>
          </a:p>
          <a:p>
            <a:pPr marL="171450" indent="-171450">
              <a:buFont typeface="Arial" panose="020B0604020202020204" pitchFamily="34" charset="0"/>
              <a:buChar char="•"/>
            </a:pPr>
            <a:r>
              <a:rPr lang="en-US" b="1" dirty="0"/>
              <a:t>Spending Overview - </a:t>
            </a:r>
            <a:r>
              <a:rPr lang="en-US" b="0" dirty="0"/>
              <a:t>Keep track of your medical spending. Knowing how much you spend may help you budget for future medical expenses during this calendar year.</a:t>
            </a:r>
          </a:p>
          <a:p>
            <a:pPr marL="171450" indent="-171450">
              <a:buFont typeface="Arial" panose="020B0604020202020204" pitchFamily="34" charset="0"/>
              <a:buChar char="•"/>
            </a:pPr>
            <a:r>
              <a:rPr lang="en-US" b="1" dirty="0"/>
              <a:t>Account Summary </a:t>
            </a:r>
            <a:r>
              <a:rPr lang="en-US" b="0" dirty="0"/>
              <a:t>– View your plan balances such as your deductible and out-of-pocket maximum</a:t>
            </a:r>
          </a:p>
          <a:p>
            <a:pPr marL="171450" indent="-171450">
              <a:buFont typeface="Arial" panose="020B0604020202020204" pitchFamily="34" charset="0"/>
              <a:buChar char="•"/>
            </a:pPr>
            <a:r>
              <a:rPr lang="en-US" b="1" dirty="0"/>
              <a:t>Submit a Claim </a:t>
            </a:r>
            <a:r>
              <a:rPr lang="en-US" b="0" dirty="0"/>
              <a:t>– If you have out of network benefits and saw an out of network provider, you can use this page to submit an online claim</a:t>
            </a:r>
          </a:p>
          <a:p>
            <a:pPr marL="171450" indent="-171450">
              <a:buFont typeface="Arial" panose="020B0604020202020204" pitchFamily="34" charset="0"/>
              <a:buChar char="•"/>
            </a:pPr>
            <a:r>
              <a:rPr lang="en-US" b="1" dirty="0"/>
              <a:t>Statements – </a:t>
            </a:r>
            <a:r>
              <a:rPr lang="en-US" b="0" dirty="0"/>
              <a:t>This statement is a summary of benefit plan activity during a period of time. </a:t>
            </a:r>
          </a:p>
          <a:p>
            <a:pPr marL="0" indent="0">
              <a:buFont typeface="Arial" panose="020B0604020202020204" pitchFamily="34" charset="0"/>
              <a:buNone/>
            </a:pPr>
            <a:endParaRPr lang="en-US" b="0" dirty="0"/>
          </a:p>
          <a:p>
            <a:pPr marL="0" indent="0">
              <a:buFont typeface="Arial" panose="020B0604020202020204" pitchFamily="34" charset="0"/>
              <a:buNone/>
            </a:pPr>
            <a:r>
              <a:rPr lang="en-US" b="0" dirty="0"/>
              <a:t>You can use the side toolbar to filter down by covered member, provider and year. To view more information about your claim, click on “View Medical Claim” under the Provider’s name.</a:t>
            </a:r>
          </a:p>
          <a:p>
            <a:pPr marL="0" indent="0">
              <a:buFont typeface="Arial" panose="020B0604020202020204" pitchFamily="34" charset="0"/>
              <a:buNone/>
            </a:pPr>
            <a:endParaRPr lang="en-US" b="0" dirty="0"/>
          </a:p>
          <a:p>
            <a:pPr marL="0" indent="0">
              <a:buFont typeface="Arial" panose="020B0604020202020204" pitchFamily="34" charset="0"/>
              <a:buNone/>
            </a:pPr>
            <a:r>
              <a:rPr lang="en-US" b="0" dirty="0"/>
              <a:t>If you owe anything to the provider, you can make a payment right from this screen on the detailed claim page. </a:t>
            </a:r>
          </a:p>
        </p:txBody>
      </p:sp>
      <p:sp>
        <p:nvSpPr>
          <p:cNvPr id="4" name="Slide Number Placeholder 3"/>
          <p:cNvSpPr>
            <a:spLocks noGrp="1"/>
          </p:cNvSpPr>
          <p:nvPr>
            <p:ph type="sldNum" sz="quarter" idx="5"/>
          </p:nvPr>
        </p:nvSpPr>
        <p:spPr/>
        <p:txBody>
          <a:bodyPr/>
          <a:lstStyle/>
          <a:p>
            <a:fld id="{641C1621-5117-4F7B-9F94-EBC28CCBC8F7}" type="slidenum">
              <a:rPr lang="en-US" smtClean="0"/>
              <a:t>6</a:t>
            </a:fld>
            <a:endParaRPr lang="en-US"/>
          </a:p>
        </p:txBody>
      </p:sp>
    </p:spTree>
    <p:extLst>
      <p:ext uri="{BB962C8B-B14F-4D97-AF65-F5344CB8AC3E}">
        <p14:creationId xmlns:p14="http://schemas.microsoft.com/office/powerpoint/2010/main" val="42725810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coverage &amp; benefits page provides information on how common medical services are covered. You can view all medical coverage by clicking on the blue button on the bottom of this page. </a:t>
            </a:r>
          </a:p>
        </p:txBody>
      </p:sp>
      <p:sp>
        <p:nvSpPr>
          <p:cNvPr id="4" name="Slide Number Placeholder 3"/>
          <p:cNvSpPr>
            <a:spLocks noGrp="1"/>
          </p:cNvSpPr>
          <p:nvPr>
            <p:ph type="sldNum" sz="quarter" idx="5"/>
          </p:nvPr>
        </p:nvSpPr>
        <p:spPr/>
        <p:txBody>
          <a:bodyPr/>
          <a:lstStyle/>
          <a:p>
            <a:fld id="{641C1621-5117-4F7B-9F94-EBC28CCBC8F7}" type="slidenum">
              <a:rPr lang="en-US" smtClean="0"/>
              <a:t>7</a:t>
            </a:fld>
            <a:endParaRPr lang="en-US"/>
          </a:p>
        </p:txBody>
      </p:sp>
    </p:spTree>
    <p:extLst>
      <p:ext uri="{BB962C8B-B14F-4D97-AF65-F5344CB8AC3E}">
        <p14:creationId xmlns:p14="http://schemas.microsoft.com/office/powerpoint/2010/main" val="1685378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look at the Pharmacy &amp; Prescriptions page. The toolbar gives you quick access to different pages within the Pharmacy &amp; Prescriptions tab. </a:t>
            </a:r>
          </a:p>
          <a:p>
            <a:endParaRPr lang="en-US" dirty="0"/>
          </a:p>
          <a:p>
            <a:r>
              <a:rPr lang="en-US" dirty="0"/>
              <a:t>Under the toolbar is where you can view your virtual medical cabinet. By clicking on “Additional Resources” you can view and track current mail orders, sign up for mail order with OptumRx for your maintenance medications, set medication refill reminders and view your current medications, even those you pick up at your local pharmacy. </a:t>
            </a:r>
          </a:p>
          <a:p>
            <a:endParaRPr lang="en-US" dirty="0"/>
          </a:p>
          <a:p>
            <a:r>
              <a:rPr lang="en-US" dirty="0"/>
              <a:t>In the third section, you can click on “Get pricing” under each medication. This can be very helpful if you are in a high deductible health plan and want to save money by shopping around.  </a:t>
            </a:r>
          </a:p>
          <a:p>
            <a:endParaRPr lang="en-US" dirty="0"/>
          </a:p>
          <a:p>
            <a:r>
              <a:rPr lang="en-US" dirty="0"/>
              <a:t>When viewing the medication on the next page, you can review the proper use of the medication, possible side effects and alternative medications, if applicable.</a:t>
            </a:r>
          </a:p>
        </p:txBody>
      </p:sp>
      <p:sp>
        <p:nvSpPr>
          <p:cNvPr id="4" name="Slide Number Placeholder 3"/>
          <p:cNvSpPr>
            <a:spLocks noGrp="1"/>
          </p:cNvSpPr>
          <p:nvPr>
            <p:ph type="sldNum" sz="quarter" idx="5"/>
          </p:nvPr>
        </p:nvSpPr>
        <p:spPr/>
        <p:txBody>
          <a:bodyPr/>
          <a:lstStyle/>
          <a:p>
            <a:fld id="{641C1621-5117-4F7B-9F94-EBC28CCBC8F7}" type="slidenum">
              <a:rPr lang="en-US" smtClean="0"/>
              <a:t>8</a:t>
            </a:fld>
            <a:endParaRPr lang="en-US"/>
          </a:p>
        </p:txBody>
      </p:sp>
    </p:spTree>
    <p:extLst>
      <p:ext uri="{BB962C8B-B14F-4D97-AF65-F5344CB8AC3E}">
        <p14:creationId xmlns:p14="http://schemas.microsoft.com/office/powerpoint/2010/main" val="2125353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part of your health plan benefits, you can sign up for wellness programs and health support services under the Health Resources tab. Please note that some of the services featured on this page, may not be available. Login to your myuhc.com to see what is available to you at no additional cost. </a:t>
            </a:r>
          </a:p>
        </p:txBody>
      </p:sp>
      <p:sp>
        <p:nvSpPr>
          <p:cNvPr id="4" name="Slide Number Placeholder 3"/>
          <p:cNvSpPr>
            <a:spLocks noGrp="1"/>
          </p:cNvSpPr>
          <p:nvPr>
            <p:ph type="sldNum" sz="quarter" idx="5"/>
          </p:nvPr>
        </p:nvSpPr>
        <p:spPr/>
        <p:txBody>
          <a:bodyPr/>
          <a:lstStyle/>
          <a:p>
            <a:fld id="{641C1621-5117-4F7B-9F94-EBC28CCBC8F7}" type="slidenum">
              <a:rPr lang="en-US" smtClean="0"/>
              <a:t>9</a:t>
            </a:fld>
            <a:endParaRPr lang="en-US"/>
          </a:p>
        </p:txBody>
      </p:sp>
    </p:spTree>
    <p:extLst>
      <p:ext uri="{BB962C8B-B14F-4D97-AF65-F5344CB8AC3E}">
        <p14:creationId xmlns:p14="http://schemas.microsoft.com/office/powerpoint/2010/main" val="1929695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buFontTx/>
              <a:buNone/>
            </a:pPr>
            <a:r>
              <a:rPr lang="en-US" sz="1200" dirty="0">
                <a:solidFill>
                  <a:srgbClr val="000000"/>
                </a:solidFill>
                <a:latin typeface="Arial" charset="0"/>
                <a:ea typeface="Arial" charset="0"/>
                <a:cs typeface="Arial" charset="0"/>
              </a:rPr>
              <a:t>Get </a:t>
            </a:r>
            <a:r>
              <a:rPr lang="en-US" sz="1200" b="0" dirty="0">
                <a:solidFill>
                  <a:srgbClr val="000000"/>
                </a:solidFill>
                <a:latin typeface="Arial" charset="0"/>
                <a:ea typeface="Arial" charset="0"/>
                <a:cs typeface="Arial" charset="0"/>
              </a:rPr>
              <a:t>easier access to your health plan with the UnitedHealthcare</a:t>
            </a:r>
            <a:r>
              <a:rPr lang="en-US" sz="1200" b="0" baseline="30000" dirty="0">
                <a:solidFill>
                  <a:srgbClr val="000000"/>
                </a:solidFill>
                <a:latin typeface="Arial" charset="0"/>
                <a:ea typeface="Arial" charset="0"/>
                <a:cs typeface="Arial" charset="0"/>
              </a:rPr>
              <a:t>®</a:t>
            </a:r>
            <a:r>
              <a:rPr lang="en-US" sz="1200" b="0" dirty="0">
                <a:solidFill>
                  <a:srgbClr val="000000"/>
                </a:solidFill>
                <a:latin typeface="Arial" charset="0"/>
                <a:ea typeface="Arial" charset="0"/>
                <a:cs typeface="Arial" charset="0"/>
              </a:rPr>
              <a:t> app.</a:t>
            </a:r>
          </a:p>
          <a:p>
            <a:pPr eaLnBrk="1" hangingPunct="1">
              <a:spcBef>
                <a:spcPct val="0"/>
              </a:spcBef>
              <a:buFontTx/>
              <a:buNone/>
            </a:pPr>
            <a:r>
              <a:rPr lang="en-US" sz="1200" b="0" dirty="0">
                <a:solidFill>
                  <a:srgbClr val="000000"/>
                </a:solidFill>
                <a:latin typeface="Arial" charset="0"/>
                <a:ea typeface="Arial" charset="0"/>
                <a:cs typeface="Arial" charset="0"/>
              </a:rPr>
              <a:t>• Find nearby care options in your network.</a:t>
            </a:r>
          </a:p>
          <a:p>
            <a:pPr eaLnBrk="1" hangingPunct="1">
              <a:spcBef>
                <a:spcPct val="0"/>
              </a:spcBef>
              <a:buFontTx/>
              <a:buNone/>
            </a:pPr>
            <a:r>
              <a:rPr lang="en-US" sz="1200" b="0" dirty="0">
                <a:solidFill>
                  <a:srgbClr val="000000"/>
                </a:solidFill>
                <a:latin typeface="Arial" charset="0"/>
                <a:ea typeface="Arial" charset="0"/>
                <a:cs typeface="Arial" charset="0"/>
              </a:rPr>
              <a:t>• Video chat with a doctor 24/7 — without leaving the app.</a:t>
            </a:r>
          </a:p>
          <a:p>
            <a:pPr eaLnBrk="1" hangingPunct="1">
              <a:spcBef>
                <a:spcPct val="0"/>
              </a:spcBef>
              <a:buFontTx/>
              <a:buNone/>
            </a:pPr>
            <a:r>
              <a:rPr lang="en-US" sz="1200" b="0" dirty="0">
                <a:solidFill>
                  <a:srgbClr val="000000"/>
                </a:solidFill>
                <a:latin typeface="Arial" charset="0"/>
                <a:ea typeface="Arial" charset="0"/>
                <a:cs typeface="Arial" charset="0"/>
              </a:rPr>
              <a:t>• See your claim details and view progress toward your deductible.</a:t>
            </a:r>
          </a:p>
          <a:p>
            <a:pPr eaLnBrk="1" hangingPunct="1">
              <a:spcBef>
                <a:spcPct val="0"/>
              </a:spcBef>
              <a:buFontTx/>
              <a:buNone/>
            </a:pPr>
            <a:r>
              <a:rPr lang="en-US" sz="1200" b="0" dirty="0">
                <a:solidFill>
                  <a:srgbClr val="000000"/>
                </a:solidFill>
                <a:latin typeface="Arial" charset="0"/>
                <a:ea typeface="Arial" charset="0"/>
                <a:cs typeface="Arial" charset="0"/>
              </a:rPr>
              <a:t>• View and share your health plan ID card. </a:t>
            </a:r>
          </a:p>
          <a:p>
            <a:pPr eaLnBrk="1" hangingPunct="1">
              <a:spcBef>
                <a:spcPct val="0"/>
              </a:spcBef>
              <a:buFontTx/>
              <a:buNone/>
            </a:pPr>
            <a:endParaRPr lang="en-US" sz="1200" b="0" dirty="0">
              <a:solidFill>
                <a:srgbClr val="000000"/>
              </a:solidFill>
              <a:latin typeface="Arial" charset="0"/>
              <a:ea typeface="Arial" charset="0"/>
              <a:cs typeface="Arial" charset="0"/>
            </a:endParaRPr>
          </a:p>
          <a:p>
            <a:pPr eaLnBrk="1" hangingPunct="1">
              <a:spcBef>
                <a:spcPct val="0"/>
              </a:spcBef>
              <a:buFontTx/>
              <a:buNone/>
            </a:pPr>
            <a:r>
              <a:rPr lang="en-US" sz="1200" dirty="0">
                <a:solidFill>
                  <a:srgbClr val="000000"/>
                </a:solidFill>
                <a:latin typeface="Arial" charset="0"/>
                <a:ea typeface="Arial" charset="0"/>
                <a:cs typeface="Arial" charset="0"/>
              </a:rPr>
              <a:t>The UnitedHealthcare</a:t>
            </a:r>
            <a:r>
              <a:rPr lang="en-US" sz="1200" baseline="30000" dirty="0">
                <a:solidFill>
                  <a:srgbClr val="000000"/>
                </a:solidFill>
                <a:latin typeface="Arial" charset="0"/>
                <a:ea typeface="Arial" charset="0"/>
                <a:cs typeface="Arial" charset="0"/>
              </a:rPr>
              <a:t>®</a:t>
            </a:r>
            <a:r>
              <a:rPr lang="en-US" sz="1200" dirty="0">
                <a:solidFill>
                  <a:srgbClr val="000000"/>
                </a:solidFill>
                <a:latin typeface="Arial" charset="0"/>
                <a:ea typeface="Arial" charset="0"/>
                <a:cs typeface="Arial" charset="0"/>
              </a:rPr>
              <a:t> app is available for download for iPhone</a:t>
            </a:r>
            <a:r>
              <a:rPr lang="en-US" sz="1200" baseline="30000" dirty="0">
                <a:solidFill>
                  <a:srgbClr val="000000"/>
                </a:solidFill>
                <a:latin typeface="Arial" charset="0"/>
                <a:ea typeface="Arial" charset="0"/>
                <a:cs typeface="Arial" charset="0"/>
              </a:rPr>
              <a:t>®</a:t>
            </a:r>
            <a:r>
              <a:rPr lang="en-US" sz="1200" dirty="0">
                <a:solidFill>
                  <a:srgbClr val="000000"/>
                </a:solidFill>
                <a:latin typeface="Arial" charset="0"/>
                <a:ea typeface="Arial" charset="0"/>
                <a:cs typeface="Arial" charset="0"/>
              </a:rPr>
              <a:t> or Android</a:t>
            </a:r>
            <a:r>
              <a:rPr lang="en-US" sz="1200" baseline="30000" dirty="0">
                <a:solidFill>
                  <a:srgbClr val="000000"/>
                </a:solidFill>
                <a:latin typeface="Arial" charset="0"/>
                <a:ea typeface="Arial" charset="0"/>
                <a:cs typeface="Arial" charset="0"/>
              </a:rPr>
              <a:t>®</a:t>
            </a:r>
            <a:r>
              <a:rPr lang="en-US" sz="1200" dirty="0">
                <a:solidFill>
                  <a:srgbClr val="000000"/>
                </a:solidFill>
                <a:latin typeface="Arial" charset="0"/>
                <a:ea typeface="Arial" charset="0"/>
                <a:cs typeface="Arial" charset="0"/>
              </a:rPr>
              <a:t>. </a:t>
            </a:r>
            <a:endParaRPr lang="en-US" dirty="0"/>
          </a:p>
        </p:txBody>
      </p:sp>
      <p:sp>
        <p:nvSpPr>
          <p:cNvPr id="4" name="Slide Number Placeholder 3"/>
          <p:cNvSpPr>
            <a:spLocks noGrp="1"/>
          </p:cNvSpPr>
          <p:nvPr>
            <p:ph type="sldNum" sz="quarter" idx="5"/>
          </p:nvPr>
        </p:nvSpPr>
        <p:spPr/>
        <p:txBody>
          <a:bodyPr/>
          <a:lstStyle/>
          <a:p>
            <a:fld id="{641C1621-5117-4F7B-9F94-EBC28CCBC8F7}" type="slidenum">
              <a:rPr lang="en-US" smtClean="0"/>
              <a:t>10</a:t>
            </a:fld>
            <a:endParaRPr lang="en-US"/>
          </a:p>
        </p:txBody>
      </p:sp>
    </p:spTree>
    <p:extLst>
      <p:ext uri="{BB962C8B-B14F-4D97-AF65-F5344CB8AC3E}">
        <p14:creationId xmlns:p14="http://schemas.microsoft.com/office/powerpoint/2010/main" val="21802267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Arial" charset="0"/>
                <a:ea typeface="Arial" charset="0"/>
                <a:cs typeface="Arial" charset="0"/>
              </a:rPr>
              <a:t>Help is always just a call away. </a:t>
            </a:r>
          </a:p>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i="0" u="none" strike="noStrike" baseline="0" dirty="0">
                <a:solidFill>
                  <a:srgbClr val="000000"/>
                </a:solidFill>
                <a:latin typeface="Arial" charset="0"/>
                <a:cs typeface="Arial" charset="0"/>
              </a:rPr>
              <a:t>If you have health plan questions, o</a:t>
            </a:r>
            <a:r>
              <a:rPr lang="en-US" sz="1800" b="0" i="0" u="none" strike="noStrike" baseline="0" dirty="0">
                <a:solidFill>
                  <a:srgbClr val="52E6FF"/>
                </a:solidFill>
                <a:latin typeface="UHCSans-Regular" panose="00000600000000000000" pitchFamily="50" charset="0"/>
              </a:rPr>
              <a:t>ur experts are here to help with answers and guidance.</a:t>
            </a:r>
          </a:p>
          <a:p>
            <a:pPr marL="0" marR="0" lvl="0" indent="0" algn="l" defTabSz="914377" rtl="0" eaLnBrk="1" fontAlgn="auto" latinLnBrk="0" hangingPunct="1">
              <a:lnSpc>
                <a:spcPct val="100000"/>
              </a:lnSpc>
              <a:spcBef>
                <a:spcPts val="0"/>
              </a:spcBef>
              <a:spcAft>
                <a:spcPts val="0"/>
              </a:spcAft>
              <a:buClrTx/>
              <a:buSzTx/>
              <a:buFontTx/>
              <a:buNone/>
              <a:tabLst/>
              <a:defRPr/>
            </a:pPr>
            <a:r>
              <a:rPr lang="en-US" sz="1800" b="0" i="0" u="none" strike="noStrike" baseline="0" dirty="0">
                <a:solidFill>
                  <a:srgbClr val="52E6FF"/>
                </a:solidFill>
                <a:latin typeface="UHCSans-Regular" panose="00000600000000000000" pitchFamily="50" charset="0"/>
              </a:rPr>
              <a:t>They can also help you with:</a:t>
            </a:r>
          </a:p>
          <a:p>
            <a:pPr marL="742939" lvl="1" indent="-285750" algn="l">
              <a:buFont typeface="Arial" panose="020B0604020202020204" pitchFamily="34" charset="0"/>
              <a:buChar char="•"/>
            </a:pPr>
            <a:r>
              <a:rPr lang="en-US" sz="1800" b="0" i="0" u="none" strike="noStrike" baseline="0" dirty="0">
                <a:solidFill>
                  <a:srgbClr val="333333"/>
                </a:solidFill>
                <a:latin typeface="UHCSans-Regular" panose="00000600000000000000" pitchFamily="50" charset="0"/>
              </a:rPr>
              <a:t>Understanding your benefits and claims.</a:t>
            </a:r>
          </a:p>
          <a:p>
            <a:pPr marL="742939" lvl="1" indent="-285750" algn="l">
              <a:buFont typeface="Arial" panose="020B0604020202020204" pitchFamily="34" charset="0"/>
              <a:buChar char="•"/>
            </a:pPr>
            <a:r>
              <a:rPr lang="en-US" sz="1800" b="0" i="0" u="none" strike="noStrike" baseline="0" dirty="0">
                <a:solidFill>
                  <a:srgbClr val="333333"/>
                </a:solidFill>
                <a:latin typeface="UHCSans-Regular" panose="00000600000000000000" pitchFamily="50" charset="0"/>
              </a:rPr>
              <a:t>Talking through your bill or payment.</a:t>
            </a:r>
          </a:p>
          <a:p>
            <a:pPr marL="742939" lvl="1" indent="-285750" algn="l">
              <a:buFont typeface="Arial" panose="020B0604020202020204" pitchFamily="34" charset="0"/>
              <a:buChar char="•"/>
            </a:pPr>
            <a:r>
              <a:rPr lang="en-US" sz="1800" b="0" i="0" u="none" strike="noStrike" baseline="0" dirty="0">
                <a:solidFill>
                  <a:srgbClr val="333333"/>
                </a:solidFill>
                <a:latin typeface="UHCSans-Regular" panose="00000600000000000000" pitchFamily="50" charset="0"/>
              </a:rPr>
              <a:t>Finding the right care and cost options for you.</a:t>
            </a:r>
          </a:p>
          <a:p>
            <a:pPr eaLnBrk="1" hangingPunct="1">
              <a:spcBef>
                <a:spcPct val="0"/>
              </a:spcBef>
            </a:pPr>
            <a:endParaRPr lang="en-US" sz="1200" dirty="0">
              <a:solidFill>
                <a:srgbClr val="000000"/>
              </a:solidFill>
              <a:latin typeface="Arial" charset="0"/>
              <a:ea typeface="Arial" charset="0"/>
              <a:cs typeface="Arial" charset="0"/>
            </a:endParaRPr>
          </a:p>
          <a:p>
            <a:pPr marL="0" marR="0" lvl="0" indent="0" algn="l" defTabSz="914377" rtl="0" eaLnBrk="1" fontAlgn="auto" latinLnBrk="0" hangingPunct="1">
              <a:lnSpc>
                <a:spcPct val="100000"/>
              </a:lnSpc>
              <a:spcBef>
                <a:spcPct val="0"/>
              </a:spcBef>
              <a:spcAft>
                <a:spcPts val="0"/>
              </a:spcAft>
              <a:buClrTx/>
              <a:buSzTx/>
              <a:buFontTx/>
              <a:buNone/>
              <a:tabLst/>
              <a:defRPr/>
            </a:pPr>
            <a:r>
              <a:rPr lang="en-US" sz="1200" b="1" i="0" u="none" strike="noStrike" baseline="0" dirty="0">
                <a:solidFill>
                  <a:srgbClr val="0052FF"/>
                </a:solidFill>
                <a:latin typeface="UHCSans-Bold" panose="00000800000000000000" pitchFamily="50" charset="0"/>
              </a:rPr>
              <a:t>Connect with a registered healthcare professional anytime by calling the number on your health plan ID card, logging into myuhc.com or downloading the UnitedHealthcare App.  </a:t>
            </a:r>
          </a:p>
          <a:p>
            <a:pPr eaLnBrk="1" hangingPunct="1">
              <a:spcBef>
                <a:spcPct val="0"/>
              </a:spcBef>
            </a:pPr>
            <a:endParaRPr lang="en-US" sz="1200" dirty="0">
              <a:solidFill>
                <a:srgbClr val="000000"/>
              </a:solidFill>
              <a:latin typeface="Arial" charset="0"/>
              <a:ea typeface="Arial" charset="0"/>
              <a:cs typeface="Arial" charset="0"/>
            </a:endParaRPr>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DF0177F8-3717-E441-ABD5-E9CC1E0ED10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46692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If you have any questions, please reach out to your HR Manager.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2AB4F42-3518-4AB9-AF27-92BAAF38D9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86942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8C0DD54-8F3E-3141-9EFA-297A3BB9A28B}"/>
              </a:ext>
            </a:extLst>
          </p:cNvPr>
          <p:cNvSpPr/>
          <p:nvPr userDrawn="1"/>
        </p:nvSpPr>
        <p:spPr>
          <a:xfrm>
            <a:off x="525085" y="6027722"/>
            <a:ext cx="11098476" cy="8302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 name="Title 1">
            <a:extLst>
              <a:ext uri="{FF2B5EF4-FFF2-40B4-BE49-F238E27FC236}">
                <a16:creationId xmlns:a16="http://schemas.microsoft.com/office/drawing/2014/main" id="{6E65152D-294A-CB4D-A24A-4F357E1ABC0D}"/>
              </a:ext>
            </a:extLst>
          </p:cNvPr>
          <p:cNvSpPr>
            <a:spLocks noGrp="1"/>
          </p:cNvSpPr>
          <p:nvPr>
            <p:ph type="ctrTitle" hasCustomPrompt="1"/>
          </p:nvPr>
        </p:nvSpPr>
        <p:spPr>
          <a:xfrm>
            <a:off x="1924123" y="901699"/>
            <a:ext cx="8303340" cy="2103967"/>
          </a:xfrm>
        </p:spPr>
        <p:txBody>
          <a:bodyPr anchor="b">
            <a:noAutofit/>
          </a:bodyPr>
          <a:lstStyle>
            <a:lvl1pPr algn="l">
              <a:defRPr sz="5067" spc="0" baseline="0"/>
            </a:lvl1pPr>
          </a:lstStyle>
          <a:p>
            <a:r>
              <a:rPr lang="en-US" dirty="0"/>
              <a:t>Title slide</a:t>
            </a:r>
          </a:p>
        </p:txBody>
      </p:sp>
      <p:sp>
        <p:nvSpPr>
          <p:cNvPr id="3" name="Subtitle 2">
            <a:extLst>
              <a:ext uri="{FF2B5EF4-FFF2-40B4-BE49-F238E27FC236}">
                <a16:creationId xmlns:a16="http://schemas.microsoft.com/office/drawing/2014/main" id="{C4BACBDA-5A3D-3241-B917-E2149A7F0899}"/>
              </a:ext>
            </a:extLst>
          </p:cNvPr>
          <p:cNvSpPr>
            <a:spLocks noGrp="1"/>
          </p:cNvSpPr>
          <p:nvPr>
            <p:ph type="subTitle" idx="1"/>
          </p:nvPr>
        </p:nvSpPr>
        <p:spPr>
          <a:xfrm>
            <a:off x="1918336" y="2991201"/>
            <a:ext cx="8303340" cy="943488"/>
          </a:xfrm>
        </p:spPr>
        <p:txBody>
          <a:bodyPr>
            <a:noAutofit/>
          </a:bodyPr>
          <a:lstStyle>
            <a:lvl1pPr marL="0" indent="0" algn="l">
              <a:buNone/>
              <a:defRPr sz="2000">
                <a:solidFill>
                  <a:schemeClr val="accen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pic>
        <p:nvPicPr>
          <p:cNvPr id="12" name="Graphic 11">
            <a:extLst>
              <a:ext uri="{FF2B5EF4-FFF2-40B4-BE49-F238E27FC236}">
                <a16:creationId xmlns:a16="http://schemas.microsoft.com/office/drawing/2014/main" id="{3022CD93-97AE-154D-91DB-197F5CD78E1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080123" y="5709272"/>
            <a:ext cx="1549224" cy="536448"/>
          </a:xfrm>
          <a:prstGeom prst="rect">
            <a:avLst/>
          </a:prstGeom>
        </p:spPr>
      </p:pic>
      <p:sp>
        <p:nvSpPr>
          <p:cNvPr id="16" name="Graphic 8">
            <a:extLst>
              <a:ext uri="{FF2B5EF4-FFF2-40B4-BE49-F238E27FC236}">
                <a16:creationId xmlns:a16="http://schemas.microsoft.com/office/drawing/2014/main" id="{91B53ED4-67C3-2545-961B-C7D8D4E0696B}"/>
              </a:ext>
            </a:extLst>
          </p:cNvPr>
          <p:cNvSpPr/>
          <p:nvPr/>
        </p:nvSpPr>
        <p:spPr>
          <a:xfrm>
            <a:off x="609601" y="609601"/>
            <a:ext cx="613617" cy="1070436"/>
          </a:xfrm>
          <a:custGeom>
            <a:avLst/>
            <a:gdLst>
              <a:gd name="connsiteX0" fmla="*/ 127837 w 460213"/>
              <a:gd name="connsiteY0" fmla="*/ 766124 h 802827"/>
              <a:gd name="connsiteX1" fmla="*/ 127837 w 460213"/>
              <a:gd name="connsiteY1" fmla="*/ 766124 h 802827"/>
              <a:gd name="connsiteX2" fmla="*/ 208268 w 460213"/>
              <a:gd name="connsiteY2" fmla="*/ 779518 h 802827"/>
              <a:gd name="connsiteX3" fmla="*/ 413872 w 460213"/>
              <a:gd name="connsiteY3" fmla="*/ 522893 h 802827"/>
              <a:gd name="connsiteX4" fmla="*/ 413872 w 460213"/>
              <a:gd name="connsiteY4" fmla="*/ 21966 h 802827"/>
              <a:gd name="connsiteX5" fmla="*/ 460213 w 460213"/>
              <a:gd name="connsiteY5" fmla="*/ 0 h 802827"/>
              <a:gd name="connsiteX6" fmla="*/ 460213 w 460213"/>
              <a:gd name="connsiteY6" fmla="*/ 531733 h 802827"/>
              <a:gd name="connsiteX7" fmla="*/ 247684 w 460213"/>
              <a:gd name="connsiteY7" fmla="*/ 802823 h 802827"/>
              <a:gd name="connsiteX8" fmla="*/ 127837 w 460213"/>
              <a:gd name="connsiteY8" fmla="*/ 766124 h 802827"/>
              <a:gd name="connsiteX9" fmla="*/ 75104 w 460213"/>
              <a:gd name="connsiteY9" fmla="*/ 715228 h 802827"/>
              <a:gd name="connsiteX10" fmla="*/ 75104 w 460213"/>
              <a:gd name="connsiteY10" fmla="*/ 715228 h 802827"/>
              <a:gd name="connsiteX11" fmla="*/ 155535 w 460213"/>
              <a:gd name="connsiteY11" fmla="*/ 730765 h 802827"/>
              <a:gd name="connsiteX12" fmla="*/ 325452 w 460213"/>
              <a:gd name="connsiteY12" fmla="*/ 521286 h 802827"/>
              <a:gd name="connsiteX13" fmla="*/ 325452 w 460213"/>
              <a:gd name="connsiteY13" fmla="*/ 60540 h 802827"/>
              <a:gd name="connsiteX14" fmla="*/ 370727 w 460213"/>
              <a:gd name="connsiteY14" fmla="*/ 39110 h 802827"/>
              <a:gd name="connsiteX15" fmla="*/ 370727 w 460213"/>
              <a:gd name="connsiteY15" fmla="*/ 525036 h 802827"/>
              <a:gd name="connsiteX16" fmla="*/ 187494 w 460213"/>
              <a:gd name="connsiteY16" fmla="*/ 754874 h 802827"/>
              <a:gd name="connsiteX17" fmla="*/ 75104 w 460213"/>
              <a:gd name="connsiteY17" fmla="*/ 715228 h 802827"/>
              <a:gd name="connsiteX18" fmla="*/ 43145 w 460213"/>
              <a:gd name="connsiteY18" fmla="*/ 669689 h 802827"/>
              <a:gd name="connsiteX19" fmla="*/ 43145 w 460213"/>
              <a:gd name="connsiteY19" fmla="*/ 669689 h 802827"/>
              <a:gd name="connsiteX20" fmla="*/ 110259 w 460213"/>
              <a:gd name="connsiteY20" fmla="*/ 681744 h 802827"/>
              <a:gd name="connsiteX21" fmla="*/ 238096 w 460213"/>
              <a:gd name="connsiteY21" fmla="*/ 523697 h 802827"/>
              <a:gd name="connsiteX22" fmla="*/ 238096 w 460213"/>
              <a:gd name="connsiteY22" fmla="*/ 99114 h 802827"/>
              <a:gd name="connsiteX23" fmla="*/ 282839 w 460213"/>
              <a:gd name="connsiteY23" fmla="*/ 77684 h 802827"/>
              <a:gd name="connsiteX24" fmla="*/ 282839 w 460213"/>
              <a:gd name="connsiteY24" fmla="*/ 517000 h 802827"/>
              <a:gd name="connsiteX25" fmla="*/ 140354 w 460213"/>
              <a:gd name="connsiteY25" fmla="*/ 703977 h 802827"/>
              <a:gd name="connsiteX26" fmla="*/ 43145 w 460213"/>
              <a:gd name="connsiteY26" fmla="*/ 669689 h 802827"/>
              <a:gd name="connsiteX27" fmla="*/ 196549 w 460213"/>
              <a:gd name="connsiteY27" fmla="*/ 535751 h 802827"/>
              <a:gd name="connsiteX28" fmla="*/ 196549 w 460213"/>
              <a:gd name="connsiteY28" fmla="*/ 116526 h 802827"/>
              <a:gd name="connsiteX29" fmla="*/ 0 w 460213"/>
              <a:gd name="connsiteY29" fmla="*/ 205729 h 802827"/>
              <a:gd name="connsiteX30" fmla="*/ 0 w 460213"/>
              <a:gd name="connsiteY30" fmla="*/ 545931 h 802827"/>
              <a:gd name="connsiteX31" fmla="*/ 100672 w 460213"/>
              <a:gd name="connsiteY31" fmla="*/ 654420 h 802827"/>
              <a:gd name="connsiteX32" fmla="*/ 196549 w 460213"/>
              <a:gd name="connsiteY32" fmla="*/ 535751 h 802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0213" h="802827">
                <a:moveTo>
                  <a:pt x="127837" y="766124"/>
                </a:moveTo>
                <a:lnTo>
                  <a:pt x="127837" y="766124"/>
                </a:lnTo>
                <a:cubicBezTo>
                  <a:pt x="153138" y="774696"/>
                  <a:pt x="179771" y="779518"/>
                  <a:pt x="208268" y="779518"/>
                </a:cubicBezTo>
                <a:cubicBezTo>
                  <a:pt x="329447" y="779518"/>
                  <a:pt x="413872" y="691119"/>
                  <a:pt x="413872" y="522893"/>
                </a:cubicBezTo>
                <a:lnTo>
                  <a:pt x="413872" y="21966"/>
                </a:lnTo>
                <a:lnTo>
                  <a:pt x="460213" y="0"/>
                </a:lnTo>
                <a:lnTo>
                  <a:pt x="460213" y="531733"/>
                </a:lnTo>
                <a:cubicBezTo>
                  <a:pt x="460213" y="703174"/>
                  <a:pt x="372325" y="802823"/>
                  <a:pt x="247684" y="802823"/>
                </a:cubicBezTo>
                <a:cubicBezTo>
                  <a:pt x="204539" y="803091"/>
                  <a:pt x="163791" y="789697"/>
                  <a:pt x="127837" y="766124"/>
                </a:cubicBezTo>
                <a:close/>
                <a:moveTo>
                  <a:pt x="75104" y="715228"/>
                </a:moveTo>
                <a:lnTo>
                  <a:pt x="75104" y="715228"/>
                </a:lnTo>
                <a:cubicBezTo>
                  <a:pt x="103069" y="724604"/>
                  <a:pt x="131033" y="730765"/>
                  <a:pt x="155535" y="730765"/>
                </a:cubicBezTo>
                <a:cubicBezTo>
                  <a:pt x="257272" y="730765"/>
                  <a:pt x="325452" y="666475"/>
                  <a:pt x="325452" y="521286"/>
                </a:cubicBezTo>
                <a:lnTo>
                  <a:pt x="325452" y="60540"/>
                </a:lnTo>
                <a:lnTo>
                  <a:pt x="370727" y="39110"/>
                </a:lnTo>
                <a:lnTo>
                  <a:pt x="370727" y="525036"/>
                </a:lnTo>
                <a:cubicBezTo>
                  <a:pt x="370727" y="677190"/>
                  <a:pt x="294025" y="754874"/>
                  <a:pt x="187494" y="754874"/>
                </a:cubicBezTo>
                <a:cubicBezTo>
                  <a:pt x="148611" y="754874"/>
                  <a:pt x="108661" y="739873"/>
                  <a:pt x="75104" y="715228"/>
                </a:cubicBezTo>
                <a:close/>
                <a:moveTo>
                  <a:pt x="43145" y="669689"/>
                </a:moveTo>
                <a:lnTo>
                  <a:pt x="43145" y="669689"/>
                </a:lnTo>
                <a:cubicBezTo>
                  <a:pt x="67647" y="677190"/>
                  <a:pt x="90551" y="681744"/>
                  <a:pt x="110259" y="681744"/>
                </a:cubicBezTo>
                <a:cubicBezTo>
                  <a:pt x="189625" y="681744"/>
                  <a:pt x="238096" y="638348"/>
                  <a:pt x="238096" y="523697"/>
                </a:cubicBezTo>
                <a:lnTo>
                  <a:pt x="238096" y="99114"/>
                </a:lnTo>
                <a:lnTo>
                  <a:pt x="282839" y="77684"/>
                </a:lnTo>
                <a:lnTo>
                  <a:pt x="282839" y="517000"/>
                </a:lnTo>
                <a:cubicBezTo>
                  <a:pt x="282839" y="645580"/>
                  <a:pt x="224247" y="703977"/>
                  <a:pt x="140354" y="703977"/>
                </a:cubicBezTo>
                <a:cubicBezTo>
                  <a:pt x="105199" y="703977"/>
                  <a:pt x="71908" y="691655"/>
                  <a:pt x="43145" y="669689"/>
                </a:cubicBezTo>
                <a:close/>
                <a:moveTo>
                  <a:pt x="196549" y="535751"/>
                </a:moveTo>
                <a:lnTo>
                  <a:pt x="196549" y="116526"/>
                </a:lnTo>
                <a:lnTo>
                  <a:pt x="0" y="205729"/>
                </a:lnTo>
                <a:lnTo>
                  <a:pt x="0" y="545931"/>
                </a:lnTo>
                <a:cubicBezTo>
                  <a:pt x="0" y="610757"/>
                  <a:pt x="40482" y="654420"/>
                  <a:pt x="100672" y="654420"/>
                </a:cubicBezTo>
                <a:cubicBezTo>
                  <a:pt x="159796" y="654152"/>
                  <a:pt x="196549" y="610221"/>
                  <a:pt x="196549" y="535751"/>
                </a:cubicBezTo>
                <a:close/>
              </a:path>
            </a:pathLst>
          </a:custGeom>
          <a:solidFill>
            <a:srgbClr val="002677"/>
          </a:solidFill>
          <a:ln w="2643" cap="flat">
            <a:noFill/>
            <a:prstDash val="solid"/>
            <a:miter/>
          </a:ln>
        </p:spPr>
        <p:txBody>
          <a:bodyPr rtlCol="0" anchor="ctr"/>
          <a:lstStyle/>
          <a:p>
            <a:endParaRPr lang="en-US" sz="2400" dirty="0"/>
          </a:p>
        </p:txBody>
      </p:sp>
      <p:sp>
        <p:nvSpPr>
          <p:cNvPr id="5" name="Text Placeholder 4">
            <a:extLst>
              <a:ext uri="{FF2B5EF4-FFF2-40B4-BE49-F238E27FC236}">
                <a16:creationId xmlns:a16="http://schemas.microsoft.com/office/drawing/2014/main" id="{A03B0FA5-CAA8-F144-AA63-57A5866F638A}"/>
              </a:ext>
            </a:extLst>
          </p:cNvPr>
          <p:cNvSpPr>
            <a:spLocks noGrp="1"/>
          </p:cNvSpPr>
          <p:nvPr>
            <p:ph type="body" sz="quarter" idx="10"/>
          </p:nvPr>
        </p:nvSpPr>
        <p:spPr>
          <a:xfrm>
            <a:off x="511012" y="6050870"/>
            <a:ext cx="3009900" cy="270245"/>
          </a:xfrm>
        </p:spPr>
        <p:txBody>
          <a:bodyPr/>
          <a:lstStyle>
            <a:lvl1pPr marL="0" indent="0">
              <a:buNone/>
              <a:defRPr sz="1333" b="0"/>
            </a:lvl1pPr>
            <a:lvl2pPr marL="118530" indent="0">
              <a:buNone/>
              <a:defRPr/>
            </a:lvl2pPr>
          </a:lstStyle>
          <a:p>
            <a:pPr lvl="0"/>
            <a:r>
              <a:rPr lang="en-US" dirty="0"/>
              <a:t>Click to edit</a:t>
            </a:r>
          </a:p>
        </p:txBody>
      </p:sp>
      <p:sp>
        <p:nvSpPr>
          <p:cNvPr id="10" name="Freeform 9">
            <a:extLst>
              <a:ext uri="{FF2B5EF4-FFF2-40B4-BE49-F238E27FC236}">
                <a16:creationId xmlns:a16="http://schemas.microsoft.com/office/drawing/2014/main" id="{8D006772-5954-2E46-B21B-47EE6A910D95}"/>
              </a:ext>
            </a:extLst>
          </p:cNvPr>
          <p:cNvSpPr/>
          <p:nvPr userDrawn="1"/>
        </p:nvSpPr>
        <p:spPr>
          <a:xfrm>
            <a:off x="0" y="2695020"/>
            <a:ext cx="12192000" cy="3002678"/>
          </a:xfrm>
          <a:custGeom>
            <a:avLst/>
            <a:gdLst>
              <a:gd name="connsiteX0" fmla="*/ 75465 w 9155359"/>
              <a:gd name="connsiteY0" fmla="*/ 1228752 h 2254806"/>
              <a:gd name="connsiteX1" fmla="*/ 2401545 w 9155359"/>
              <a:gd name="connsiteY1" fmla="*/ 2000225 h 2254806"/>
              <a:gd name="connsiteX2" fmla="*/ 48611 w 9155359"/>
              <a:gd name="connsiteY2" fmla="*/ 1366682 h 2254806"/>
              <a:gd name="connsiteX3" fmla="*/ 0 w 9155359"/>
              <a:gd name="connsiteY3" fmla="*/ 1368140 h 2254806"/>
              <a:gd name="connsiteX4" fmla="*/ 0 w 9155359"/>
              <a:gd name="connsiteY4" fmla="*/ 1228898 h 2254806"/>
              <a:gd name="connsiteX5" fmla="*/ 0 w 9155359"/>
              <a:gd name="connsiteY5" fmla="*/ 940062 h 2254806"/>
              <a:gd name="connsiteX6" fmla="*/ 184018 w 9155359"/>
              <a:gd name="connsiteY6" fmla="*/ 959482 h 2254806"/>
              <a:gd name="connsiteX7" fmla="*/ 2339206 w 9155359"/>
              <a:gd name="connsiteY7" fmla="*/ 1953264 h 2254806"/>
              <a:gd name="connsiteX8" fmla="*/ 115341 w 9155359"/>
              <a:gd name="connsiteY8" fmla="*/ 1093334 h 2254806"/>
              <a:gd name="connsiteX9" fmla="*/ 0 w 9155359"/>
              <a:gd name="connsiteY9" fmla="*/ 1085497 h 2254806"/>
              <a:gd name="connsiteX10" fmla="*/ 5599046 w 9155359"/>
              <a:gd name="connsiteY10" fmla="*/ 904719 h 2254806"/>
              <a:gd name="connsiteX11" fmla="*/ 6485913 w 9155359"/>
              <a:gd name="connsiteY11" fmla="*/ 1214084 h 2254806"/>
              <a:gd name="connsiteX12" fmla="*/ 6485913 w 9155359"/>
              <a:gd name="connsiteY12" fmla="*/ 1214273 h 2254806"/>
              <a:gd name="connsiteX13" fmla="*/ 5262052 w 9155359"/>
              <a:gd name="connsiteY13" fmla="*/ 1389738 h 2254806"/>
              <a:gd name="connsiteX14" fmla="*/ 3948946 w 9155359"/>
              <a:gd name="connsiteY14" fmla="*/ 2070808 h 2254806"/>
              <a:gd name="connsiteX15" fmla="*/ 3030908 w 9155359"/>
              <a:gd name="connsiteY15" fmla="*/ 2249012 h 2254806"/>
              <a:gd name="connsiteX16" fmla="*/ 2401356 w 9155359"/>
              <a:gd name="connsiteY16" fmla="*/ 2000225 h 2254806"/>
              <a:gd name="connsiteX17" fmla="*/ 3424556 w 9155359"/>
              <a:gd name="connsiteY17" fmla="*/ 1849989 h 2254806"/>
              <a:gd name="connsiteX18" fmla="*/ 4734914 w 9155359"/>
              <a:gd name="connsiteY18" fmla="*/ 1115722 h 2254806"/>
              <a:gd name="connsiteX19" fmla="*/ 5599046 w 9155359"/>
              <a:gd name="connsiteY19" fmla="*/ 904719 h 2254806"/>
              <a:gd name="connsiteX20" fmla="*/ 9155359 w 9155359"/>
              <a:gd name="connsiteY20" fmla="*/ 681109 h 2254806"/>
              <a:gd name="connsiteX21" fmla="*/ 9155359 w 9155359"/>
              <a:gd name="connsiteY21" fmla="*/ 825935 h 2254806"/>
              <a:gd name="connsiteX22" fmla="*/ 9149737 w 9155359"/>
              <a:gd name="connsiteY22" fmla="*/ 860604 h 2254806"/>
              <a:gd name="connsiteX23" fmla="*/ 8219858 w 9155359"/>
              <a:gd name="connsiteY23" fmla="*/ 1354116 h 2254806"/>
              <a:gd name="connsiteX24" fmla="*/ 6835032 w 9155359"/>
              <a:gd name="connsiteY24" fmla="*/ 1469107 h 2254806"/>
              <a:gd name="connsiteX25" fmla="*/ 8199299 w 9155359"/>
              <a:gd name="connsiteY25" fmla="*/ 1236288 h 2254806"/>
              <a:gd name="connsiteX26" fmla="*/ 0 w 9155359"/>
              <a:gd name="connsiteY26" fmla="*/ 642868 h 2254806"/>
              <a:gd name="connsiteX27" fmla="*/ 230952 w 9155359"/>
              <a:gd name="connsiteY27" fmla="*/ 668304 h 2254806"/>
              <a:gd name="connsiteX28" fmla="*/ 2292119 w 9155359"/>
              <a:gd name="connsiteY28" fmla="*/ 1900446 h 2254806"/>
              <a:gd name="connsiteX29" fmla="*/ 206890 w 9155359"/>
              <a:gd name="connsiteY29" fmla="*/ 813882 h 2254806"/>
              <a:gd name="connsiteX30" fmla="*/ 0 w 9155359"/>
              <a:gd name="connsiteY30" fmla="*/ 791487 h 2254806"/>
              <a:gd name="connsiteX31" fmla="*/ 9155359 w 9155359"/>
              <a:gd name="connsiteY31" fmla="*/ 337384 h 2254806"/>
              <a:gd name="connsiteX32" fmla="*/ 9155359 w 9155359"/>
              <a:gd name="connsiteY32" fmla="*/ 508809 h 2254806"/>
              <a:gd name="connsiteX33" fmla="*/ 7983195 w 9155359"/>
              <a:gd name="connsiteY33" fmla="*/ 1238557 h 2254806"/>
              <a:gd name="connsiteX34" fmla="*/ 6686100 w 9155359"/>
              <a:gd name="connsiteY34" fmla="*/ 1350808 h 2254806"/>
              <a:gd name="connsiteX35" fmla="*/ 7924457 w 9155359"/>
              <a:gd name="connsiteY35" fmla="*/ 1139061 h 2254806"/>
              <a:gd name="connsiteX36" fmla="*/ 9133957 w 9155359"/>
              <a:gd name="connsiteY36" fmla="*/ 351217 h 2254806"/>
              <a:gd name="connsiteX37" fmla="*/ 9155359 w 9155359"/>
              <a:gd name="connsiteY37" fmla="*/ 0 h 2254806"/>
              <a:gd name="connsiteX38" fmla="*/ 9155359 w 9155359"/>
              <a:gd name="connsiteY38" fmla="*/ 170058 h 2254806"/>
              <a:gd name="connsiteX39" fmla="*/ 9141500 w 9155359"/>
              <a:gd name="connsiteY39" fmla="*/ 179667 h 2254806"/>
              <a:gd name="connsiteX40" fmla="*/ 7681351 w 9155359"/>
              <a:gd name="connsiteY40" fmla="*/ 1168541 h 2254806"/>
              <a:gd name="connsiteX41" fmla="*/ 6485913 w 9155359"/>
              <a:gd name="connsiteY41" fmla="*/ 1214084 h 2254806"/>
              <a:gd name="connsiteX42" fmla="*/ 7643740 w 9155359"/>
              <a:gd name="connsiteY42" fmla="*/ 1057139 h 2254806"/>
              <a:gd name="connsiteX43" fmla="*/ 8830271 w 9155359"/>
              <a:gd name="connsiteY43" fmla="*/ 227534 h 2254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155359" h="2254806">
                <a:moveTo>
                  <a:pt x="75465" y="1228752"/>
                </a:moveTo>
                <a:cubicBezTo>
                  <a:pt x="976487" y="1264591"/>
                  <a:pt x="1657416" y="1843345"/>
                  <a:pt x="2401545" y="2000225"/>
                </a:cubicBezTo>
                <a:cubicBezTo>
                  <a:pt x="1604124" y="1924487"/>
                  <a:pt x="931939" y="1377046"/>
                  <a:pt x="48611" y="1366682"/>
                </a:cubicBezTo>
                <a:lnTo>
                  <a:pt x="0" y="1368140"/>
                </a:lnTo>
                <a:lnTo>
                  <a:pt x="0" y="1228898"/>
                </a:lnTo>
                <a:close/>
                <a:moveTo>
                  <a:pt x="0" y="940062"/>
                </a:moveTo>
                <a:lnTo>
                  <a:pt x="184018" y="959482"/>
                </a:lnTo>
                <a:cubicBezTo>
                  <a:pt x="1352510" y="1119149"/>
                  <a:pt x="1773248" y="1724721"/>
                  <a:pt x="2339206" y="1953264"/>
                </a:cubicBezTo>
                <a:cubicBezTo>
                  <a:pt x="1805401" y="1820568"/>
                  <a:pt x="1092319" y="1197068"/>
                  <a:pt x="115341" y="1093334"/>
                </a:cubicBezTo>
                <a:lnTo>
                  <a:pt x="0" y="1085497"/>
                </a:lnTo>
                <a:close/>
                <a:moveTo>
                  <a:pt x="5599046" y="904719"/>
                </a:moveTo>
                <a:cubicBezTo>
                  <a:pt x="5920596" y="903360"/>
                  <a:pt x="6245935" y="988730"/>
                  <a:pt x="6485913" y="1214084"/>
                </a:cubicBezTo>
                <a:lnTo>
                  <a:pt x="6485913" y="1214273"/>
                </a:lnTo>
                <a:cubicBezTo>
                  <a:pt x="6202638" y="1101927"/>
                  <a:pt x="5676165" y="1130179"/>
                  <a:pt x="5262052" y="1389738"/>
                </a:cubicBezTo>
                <a:lnTo>
                  <a:pt x="3948946" y="2070808"/>
                </a:lnTo>
                <a:cubicBezTo>
                  <a:pt x="3630711" y="2220098"/>
                  <a:pt x="3318635" y="2273768"/>
                  <a:pt x="3030908" y="2249012"/>
                </a:cubicBezTo>
                <a:cubicBezTo>
                  <a:pt x="2789792" y="2228319"/>
                  <a:pt x="2592068" y="2137233"/>
                  <a:pt x="2401356" y="2000225"/>
                </a:cubicBezTo>
                <a:cubicBezTo>
                  <a:pt x="2886334" y="2054272"/>
                  <a:pt x="3114374" y="1993988"/>
                  <a:pt x="3424556" y="1849989"/>
                </a:cubicBezTo>
                <a:lnTo>
                  <a:pt x="4734914" y="1115722"/>
                </a:lnTo>
                <a:cubicBezTo>
                  <a:pt x="4959734" y="994163"/>
                  <a:pt x="5277495" y="906077"/>
                  <a:pt x="5599046" y="904719"/>
                </a:cubicBezTo>
                <a:close/>
                <a:moveTo>
                  <a:pt x="9155359" y="681109"/>
                </a:moveTo>
                <a:lnTo>
                  <a:pt x="9155359" y="825935"/>
                </a:lnTo>
                <a:lnTo>
                  <a:pt x="9149737" y="860604"/>
                </a:lnTo>
                <a:lnTo>
                  <a:pt x="8219858" y="1354116"/>
                </a:lnTo>
                <a:cubicBezTo>
                  <a:pt x="7594000" y="1653170"/>
                  <a:pt x="7239102" y="1699848"/>
                  <a:pt x="6835032" y="1469107"/>
                </a:cubicBezTo>
                <a:cubicBezTo>
                  <a:pt x="7306273" y="1640037"/>
                  <a:pt x="7708921" y="1496699"/>
                  <a:pt x="8199299" y="1236288"/>
                </a:cubicBezTo>
                <a:close/>
                <a:moveTo>
                  <a:pt x="0" y="642868"/>
                </a:moveTo>
                <a:lnTo>
                  <a:pt x="230952" y="668304"/>
                </a:lnTo>
                <a:cubicBezTo>
                  <a:pt x="1395259" y="838661"/>
                  <a:pt x="1782030" y="1534068"/>
                  <a:pt x="2292119" y="1900446"/>
                </a:cubicBezTo>
                <a:cubicBezTo>
                  <a:pt x="1732557" y="1631332"/>
                  <a:pt x="1367925" y="979209"/>
                  <a:pt x="206890" y="813882"/>
                </a:cubicBezTo>
                <a:lnTo>
                  <a:pt x="0" y="791487"/>
                </a:lnTo>
                <a:close/>
                <a:moveTo>
                  <a:pt x="9155359" y="337384"/>
                </a:moveTo>
                <a:lnTo>
                  <a:pt x="9155359" y="508809"/>
                </a:lnTo>
                <a:lnTo>
                  <a:pt x="7983195" y="1238557"/>
                </a:lnTo>
                <a:cubicBezTo>
                  <a:pt x="7595611" y="1471658"/>
                  <a:pt x="7113571" y="1598556"/>
                  <a:pt x="6686100" y="1350808"/>
                </a:cubicBezTo>
                <a:cubicBezTo>
                  <a:pt x="7023567" y="1458336"/>
                  <a:pt x="7467901" y="1455880"/>
                  <a:pt x="7924457" y="1139061"/>
                </a:cubicBezTo>
                <a:cubicBezTo>
                  <a:pt x="8036457" y="1061215"/>
                  <a:pt x="8837502" y="542863"/>
                  <a:pt x="9133957" y="351217"/>
                </a:cubicBezTo>
                <a:close/>
                <a:moveTo>
                  <a:pt x="9155359" y="0"/>
                </a:moveTo>
                <a:lnTo>
                  <a:pt x="9155359" y="170058"/>
                </a:lnTo>
                <a:lnTo>
                  <a:pt x="9141500" y="179667"/>
                </a:lnTo>
                <a:cubicBezTo>
                  <a:pt x="8781210" y="429322"/>
                  <a:pt x="7808517" y="1101366"/>
                  <a:pt x="7681351" y="1168541"/>
                </a:cubicBezTo>
                <a:cubicBezTo>
                  <a:pt x="7524840" y="1251218"/>
                  <a:pt x="7059473" y="1527690"/>
                  <a:pt x="6485913" y="1214084"/>
                </a:cubicBezTo>
                <a:cubicBezTo>
                  <a:pt x="6878708" y="1376793"/>
                  <a:pt x="7309779" y="1286840"/>
                  <a:pt x="7643740" y="1057139"/>
                </a:cubicBezTo>
                <a:lnTo>
                  <a:pt x="8830271" y="227534"/>
                </a:lnTo>
                <a:close/>
              </a:path>
            </a:pathLst>
          </a:custGeom>
          <a:solidFill>
            <a:srgbClr val="002677"/>
          </a:solidFill>
          <a:ln w="9181" cap="flat">
            <a:noFill/>
            <a:prstDash val="solid"/>
            <a:miter/>
          </a:ln>
        </p:spPr>
        <p:txBody>
          <a:bodyPr wrap="square" rtlCol="0" anchor="ctr">
            <a:noAutofit/>
          </a:bodyPr>
          <a:lstStyle/>
          <a:p>
            <a:r>
              <a:rPr lang="en-US" dirty="0"/>
              <a:t>  </a:t>
            </a:r>
          </a:p>
        </p:txBody>
      </p:sp>
    </p:spTree>
    <p:extLst>
      <p:ext uri="{BB962C8B-B14F-4D97-AF65-F5344CB8AC3E}">
        <p14:creationId xmlns:p14="http://schemas.microsoft.com/office/powerpoint/2010/main" val="1455461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2 – light pic">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5B8625B6-1480-F74E-8480-E54F05C04A1E}"/>
              </a:ext>
            </a:extLst>
          </p:cNvPr>
          <p:cNvSpPr/>
          <p:nvPr userDrawn="1"/>
        </p:nvSpPr>
        <p:spPr>
          <a:xfrm>
            <a:off x="266007" y="343594"/>
            <a:ext cx="1429789" cy="177338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38" name="Picture Placeholder 37">
            <a:extLst>
              <a:ext uri="{FF2B5EF4-FFF2-40B4-BE49-F238E27FC236}">
                <a16:creationId xmlns:a16="http://schemas.microsoft.com/office/drawing/2014/main" id="{E9E003C7-C225-0140-9146-8A8816EF7AEA}"/>
              </a:ext>
            </a:extLst>
          </p:cNvPr>
          <p:cNvSpPr>
            <a:spLocks noGrp="1"/>
          </p:cNvSpPr>
          <p:nvPr>
            <p:ph type="pic" sz="quarter" idx="10"/>
          </p:nvPr>
        </p:nvSpPr>
        <p:spPr>
          <a:xfrm>
            <a:off x="0" y="0"/>
            <a:ext cx="12192000" cy="4379384"/>
          </a:xfrm>
          <a:custGeom>
            <a:avLst/>
            <a:gdLst>
              <a:gd name="connsiteX0" fmla="*/ 653749 w 9144000"/>
              <a:gd name="connsiteY0" fmla="*/ 573726 h 3284538"/>
              <a:gd name="connsiteX1" fmla="*/ 457200 w 9144000"/>
              <a:gd name="connsiteY1" fmla="*/ 662929 h 3284538"/>
              <a:gd name="connsiteX2" fmla="*/ 457200 w 9144000"/>
              <a:gd name="connsiteY2" fmla="*/ 1003131 h 3284538"/>
              <a:gd name="connsiteX3" fmla="*/ 557872 w 9144000"/>
              <a:gd name="connsiteY3" fmla="*/ 1111620 h 3284538"/>
              <a:gd name="connsiteX4" fmla="*/ 653749 w 9144000"/>
              <a:gd name="connsiteY4" fmla="*/ 992951 h 3284538"/>
              <a:gd name="connsiteX5" fmla="*/ 740039 w 9144000"/>
              <a:gd name="connsiteY5" fmla="*/ 534884 h 3284538"/>
              <a:gd name="connsiteX6" fmla="*/ 695296 w 9144000"/>
              <a:gd name="connsiteY6" fmla="*/ 556314 h 3284538"/>
              <a:gd name="connsiteX7" fmla="*/ 695296 w 9144000"/>
              <a:gd name="connsiteY7" fmla="*/ 980897 h 3284538"/>
              <a:gd name="connsiteX8" fmla="*/ 567459 w 9144000"/>
              <a:gd name="connsiteY8" fmla="*/ 1138944 h 3284538"/>
              <a:gd name="connsiteX9" fmla="*/ 500345 w 9144000"/>
              <a:gd name="connsiteY9" fmla="*/ 1126889 h 3284538"/>
              <a:gd name="connsiteX10" fmla="*/ 597554 w 9144000"/>
              <a:gd name="connsiteY10" fmla="*/ 1161177 h 3284538"/>
              <a:gd name="connsiteX11" fmla="*/ 740039 w 9144000"/>
              <a:gd name="connsiteY11" fmla="*/ 974200 h 3284538"/>
              <a:gd name="connsiteX12" fmla="*/ 827927 w 9144000"/>
              <a:gd name="connsiteY12" fmla="*/ 496310 h 3284538"/>
              <a:gd name="connsiteX13" fmla="*/ 782652 w 9144000"/>
              <a:gd name="connsiteY13" fmla="*/ 517740 h 3284538"/>
              <a:gd name="connsiteX14" fmla="*/ 782652 w 9144000"/>
              <a:gd name="connsiteY14" fmla="*/ 978486 h 3284538"/>
              <a:gd name="connsiteX15" fmla="*/ 612735 w 9144000"/>
              <a:gd name="connsiteY15" fmla="*/ 1187965 h 3284538"/>
              <a:gd name="connsiteX16" fmla="*/ 532304 w 9144000"/>
              <a:gd name="connsiteY16" fmla="*/ 1172428 h 3284538"/>
              <a:gd name="connsiteX17" fmla="*/ 644694 w 9144000"/>
              <a:gd name="connsiteY17" fmla="*/ 1212074 h 3284538"/>
              <a:gd name="connsiteX18" fmla="*/ 827927 w 9144000"/>
              <a:gd name="connsiteY18" fmla="*/ 982236 h 3284538"/>
              <a:gd name="connsiteX19" fmla="*/ 917413 w 9144000"/>
              <a:gd name="connsiteY19" fmla="*/ 457200 h 3284538"/>
              <a:gd name="connsiteX20" fmla="*/ 871072 w 9144000"/>
              <a:gd name="connsiteY20" fmla="*/ 479166 h 3284538"/>
              <a:gd name="connsiteX21" fmla="*/ 871072 w 9144000"/>
              <a:gd name="connsiteY21" fmla="*/ 980093 h 3284538"/>
              <a:gd name="connsiteX22" fmla="*/ 665468 w 9144000"/>
              <a:gd name="connsiteY22" fmla="*/ 1236718 h 3284538"/>
              <a:gd name="connsiteX23" fmla="*/ 585037 w 9144000"/>
              <a:gd name="connsiteY23" fmla="*/ 1223324 h 3284538"/>
              <a:gd name="connsiteX24" fmla="*/ 704884 w 9144000"/>
              <a:gd name="connsiteY24" fmla="*/ 1260023 h 3284538"/>
              <a:gd name="connsiteX25" fmla="*/ 917413 w 9144000"/>
              <a:gd name="connsiteY25" fmla="*/ 988933 h 3284538"/>
              <a:gd name="connsiteX26" fmla="*/ 0 w 9144000"/>
              <a:gd name="connsiteY26" fmla="*/ 0 h 3284538"/>
              <a:gd name="connsiteX27" fmla="*/ 9144000 w 9144000"/>
              <a:gd name="connsiteY27" fmla="*/ 0 h 3284538"/>
              <a:gd name="connsiteX28" fmla="*/ 9144000 w 9144000"/>
              <a:gd name="connsiteY28" fmla="*/ 3284538 h 3284538"/>
              <a:gd name="connsiteX29" fmla="*/ 6596284 w 9144000"/>
              <a:gd name="connsiteY29" fmla="*/ 3284538 h 3284538"/>
              <a:gd name="connsiteX30" fmla="*/ 6866309 w 9144000"/>
              <a:gd name="connsiteY30" fmla="*/ 2791851 h 3284538"/>
              <a:gd name="connsiteX31" fmla="*/ 4635550 w 9144000"/>
              <a:gd name="connsiteY31" fmla="*/ 2791851 h 3284538"/>
              <a:gd name="connsiteX32" fmla="*/ 2230759 w 9144000"/>
              <a:gd name="connsiteY32" fmla="*/ 2791851 h 3284538"/>
              <a:gd name="connsiteX33" fmla="*/ 0 w 9144000"/>
              <a:gd name="connsiteY33" fmla="*/ 2791851 h 3284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144000" h="3284538">
                <a:moveTo>
                  <a:pt x="653749" y="573726"/>
                </a:moveTo>
                <a:lnTo>
                  <a:pt x="457200" y="662929"/>
                </a:lnTo>
                <a:lnTo>
                  <a:pt x="457200" y="1003131"/>
                </a:lnTo>
                <a:cubicBezTo>
                  <a:pt x="457200" y="1067957"/>
                  <a:pt x="497682" y="1111620"/>
                  <a:pt x="557872" y="1111620"/>
                </a:cubicBezTo>
                <a:cubicBezTo>
                  <a:pt x="616996" y="1111352"/>
                  <a:pt x="653749" y="1067421"/>
                  <a:pt x="653749" y="992951"/>
                </a:cubicBezTo>
                <a:close/>
                <a:moveTo>
                  <a:pt x="740039" y="534884"/>
                </a:moveTo>
                <a:lnTo>
                  <a:pt x="695296" y="556314"/>
                </a:lnTo>
                <a:lnTo>
                  <a:pt x="695296" y="980897"/>
                </a:lnTo>
                <a:cubicBezTo>
                  <a:pt x="695296" y="1095548"/>
                  <a:pt x="646825" y="1138944"/>
                  <a:pt x="567459" y="1138944"/>
                </a:cubicBezTo>
                <a:cubicBezTo>
                  <a:pt x="547751" y="1138944"/>
                  <a:pt x="524847" y="1134390"/>
                  <a:pt x="500345" y="1126889"/>
                </a:cubicBezTo>
                <a:cubicBezTo>
                  <a:pt x="529108" y="1148855"/>
                  <a:pt x="562399" y="1161177"/>
                  <a:pt x="597554" y="1161177"/>
                </a:cubicBezTo>
                <a:cubicBezTo>
                  <a:pt x="681447" y="1161177"/>
                  <a:pt x="740039" y="1102780"/>
                  <a:pt x="740039" y="974200"/>
                </a:cubicBezTo>
                <a:close/>
                <a:moveTo>
                  <a:pt x="827927" y="496310"/>
                </a:moveTo>
                <a:lnTo>
                  <a:pt x="782652" y="517740"/>
                </a:lnTo>
                <a:lnTo>
                  <a:pt x="782652" y="978486"/>
                </a:lnTo>
                <a:cubicBezTo>
                  <a:pt x="782652" y="1123675"/>
                  <a:pt x="714472" y="1187965"/>
                  <a:pt x="612735" y="1187965"/>
                </a:cubicBezTo>
                <a:cubicBezTo>
                  <a:pt x="588233" y="1187965"/>
                  <a:pt x="560269" y="1181804"/>
                  <a:pt x="532304" y="1172428"/>
                </a:cubicBezTo>
                <a:cubicBezTo>
                  <a:pt x="565861" y="1197073"/>
                  <a:pt x="605811" y="1212074"/>
                  <a:pt x="644694" y="1212074"/>
                </a:cubicBezTo>
                <a:cubicBezTo>
                  <a:pt x="751225" y="1212074"/>
                  <a:pt x="827927" y="1134390"/>
                  <a:pt x="827927" y="982236"/>
                </a:cubicBezTo>
                <a:close/>
                <a:moveTo>
                  <a:pt x="917413" y="457200"/>
                </a:moveTo>
                <a:lnTo>
                  <a:pt x="871072" y="479166"/>
                </a:lnTo>
                <a:lnTo>
                  <a:pt x="871072" y="980093"/>
                </a:lnTo>
                <a:cubicBezTo>
                  <a:pt x="871072" y="1148319"/>
                  <a:pt x="786647" y="1236718"/>
                  <a:pt x="665468" y="1236718"/>
                </a:cubicBezTo>
                <a:cubicBezTo>
                  <a:pt x="636971" y="1236718"/>
                  <a:pt x="610338" y="1231896"/>
                  <a:pt x="585037" y="1223324"/>
                </a:cubicBezTo>
                <a:cubicBezTo>
                  <a:pt x="620991" y="1246897"/>
                  <a:pt x="661739" y="1260291"/>
                  <a:pt x="704884" y="1260023"/>
                </a:cubicBezTo>
                <a:cubicBezTo>
                  <a:pt x="829525" y="1260023"/>
                  <a:pt x="917413" y="1160374"/>
                  <a:pt x="917413" y="988933"/>
                </a:cubicBezTo>
                <a:close/>
                <a:moveTo>
                  <a:pt x="0" y="0"/>
                </a:moveTo>
                <a:lnTo>
                  <a:pt x="9144000" y="0"/>
                </a:lnTo>
                <a:lnTo>
                  <a:pt x="9144000" y="3284538"/>
                </a:lnTo>
                <a:lnTo>
                  <a:pt x="6596284" y="3284538"/>
                </a:lnTo>
                <a:lnTo>
                  <a:pt x="6866309" y="2791851"/>
                </a:lnTo>
                <a:lnTo>
                  <a:pt x="4635550" y="2791851"/>
                </a:lnTo>
                <a:lnTo>
                  <a:pt x="2230759" y="2791851"/>
                </a:lnTo>
                <a:lnTo>
                  <a:pt x="0" y="2791851"/>
                </a:lnTo>
                <a:close/>
              </a:path>
            </a:pathLst>
          </a:custGeom>
          <a:solidFill>
            <a:schemeClr val="tx2">
              <a:lumMod val="40000"/>
              <a:lumOff val="60000"/>
            </a:schemeClr>
          </a:solidFill>
        </p:spPr>
        <p:txBody>
          <a:bodyPr wrap="square" anchor="ctr">
            <a:noAutofit/>
          </a:bodyPr>
          <a:lstStyle>
            <a:lvl1pPr marL="0" indent="0" algn="ctr">
              <a:buNone/>
              <a:defRPr/>
            </a:lvl1pPr>
          </a:lstStyle>
          <a:p>
            <a:endParaRPr lang="en-US" dirty="0"/>
          </a:p>
        </p:txBody>
      </p:sp>
      <p:sp>
        <p:nvSpPr>
          <p:cNvPr id="13" name="Freeform 12">
            <a:extLst>
              <a:ext uri="{FF2B5EF4-FFF2-40B4-BE49-F238E27FC236}">
                <a16:creationId xmlns:a16="http://schemas.microsoft.com/office/drawing/2014/main" id="{E59709CE-7BDA-5B48-9A86-C3E223C68F97}"/>
              </a:ext>
            </a:extLst>
          </p:cNvPr>
          <p:cNvSpPr/>
          <p:nvPr userDrawn="1"/>
        </p:nvSpPr>
        <p:spPr>
          <a:xfrm>
            <a:off x="-15523" y="3713698"/>
            <a:ext cx="9183221" cy="1149585"/>
          </a:xfrm>
          <a:custGeom>
            <a:avLst/>
            <a:gdLst>
              <a:gd name="connsiteX0" fmla="*/ 0 w 6866310"/>
              <a:gd name="connsiteY0" fmla="*/ 0 h 862189"/>
              <a:gd name="connsiteX1" fmla="*/ 2230759 w 6866310"/>
              <a:gd name="connsiteY1" fmla="*/ 0 h 862189"/>
              <a:gd name="connsiteX2" fmla="*/ 4635551 w 6866310"/>
              <a:gd name="connsiteY2" fmla="*/ 0 h 862189"/>
              <a:gd name="connsiteX3" fmla="*/ 6866310 w 6866310"/>
              <a:gd name="connsiteY3" fmla="*/ 0 h 862189"/>
              <a:gd name="connsiteX4" fmla="*/ 6393773 w 6866310"/>
              <a:gd name="connsiteY4" fmla="*/ 862189 h 862189"/>
              <a:gd name="connsiteX5" fmla="*/ 4163014 w 6866310"/>
              <a:gd name="connsiteY5" fmla="*/ 862189 h 862189"/>
              <a:gd name="connsiteX6" fmla="*/ 2230759 w 6866310"/>
              <a:gd name="connsiteY6" fmla="*/ 862189 h 862189"/>
              <a:gd name="connsiteX7" fmla="*/ 0 w 6866310"/>
              <a:gd name="connsiteY7" fmla="*/ 862189 h 862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66310" h="862189">
                <a:moveTo>
                  <a:pt x="0" y="0"/>
                </a:moveTo>
                <a:lnTo>
                  <a:pt x="2230759" y="0"/>
                </a:lnTo>
                <a:lnTo>
                  <a:pt x="4635551" y="0"/>
                </a:lnTo>
                <a:lnTo>
                  <a:pt x="6866310" y="0"/>
                </a:lnTo>
                <a:lnTo>
                  <a:pt x="6393773" y="862189"/>
                </a:lnTo>
                <a:lnTo>
                  <a:pt x="4163014" y="862189"/>
                </a:lnTo>
                <a:lnTo>
                  <a:pt x="2230759" y="862189"/>
                </a:lnTo>
                <a:lnTo>
                  <a:pt x="0" y="86218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2" name="Title 1">
            <a:extLst>
              <a:ext uri="{FF2B5EF4-FFF2-40B4-BE49-F238E27FC236}">
                <a16:creationId xmlns:a16="http://schemas.microsoft.com/office/drawing/2014/main" id="{6E65152D-294A-CB4D-A24A-4F357E1ABC0D}"/>
              </a:ext>
            </a:extLst>
          </p:cNvPr>
          <p:cNvSpPr>
            <a:spLocks noGrp="1"/>
          </p:cNvSpPr>
          <p:nvPr>
            <p:ph type="ctrTitle" hasCustomPrompt="1"/>
          </p:nvPr>
        </p:nvSpPr>
        <p:spPr>
          <a:xfrm>
            <a:off x="521216" y="3713698"/>
            <a:ext cx="8110012" cy="1128173"/>
          </a:xfrm>
        </p:spPr>
        <p:txBody>
          <a:bodyPr rIns="0" anchor="ctr" anchorCtr="0">
            <a:noAutofit/>
          </a:bodyPr>
          <a:lstStyle>
            <a:lvl1pPr algn="l">
              <a:defRPr sz="4267" spc="0" baseline="0">
                <a:solidFill>
                  <a:schemeClr val="bg1"/>
                </a:solidFill>
              </a:defRPr>
            </a:lvl1pPr>
          </a:lstStyle>
          <a:p>
            <a:r>
              <a:rPr lang="en-US" dirty="0"/>
              <a:t>Title slide with light photo</a:t>
            </a:r>
          </a:p>
        </p:txBody>
      </p:sp>
      <p:sp>
        <p:nvSpPr>
          <p:cNvPr id="3" name="Subtitle 2">
            <a:extLst>
              <a:ext uri="{FF2B5EF4-FFF2-40B4-BE49-F238E27FC236}">
                <a16:creationId xmlns:a16="http://schemas.microsoft.com/office/drawing/2014/main" id="{C4BACBDA-5A3D-3241-B917-E2149A7F0899}"/>
              </a:ext>
            </a:extLst>
          </p:cNvPr>
          <p:cNvSpPr>
            <a:spLocks noGrp="1"/>
          </p:cNvSpPr>
          <p:nvPr>
            <p:ph type="subTitle" idx="1"/>
          </p:nvPr>
        </p:nvSpPr>
        <p:spPr>
          <a:xfrm>
            <a:off x="505038" y="4945665"/>
            <a:ext cx="7891553" cy="428635"/>
          </a:xfrm>
        </p:spPr>
        <p:txBody>
          <a:bodyPr rIns="0">
            <a:noAutofit/>
          </a:bodyPr>
          <a:lstStyle>
            <a:lvl1pPr marL="0" indent="0" algn="l">
              <a:buNone/>
              <a:defRPr sz="1867">
                <a:solidFill>
                  <a:schemeClr val="accen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11" name="Rectangle 10">
            <a:extLst>
              <a:ext uri="{FF2B5EF4-FFF2-40B4-BE49-F238E27FC236}">
                <a16:creationId xmlns:a16="http://schemas.microsoft.com/office/drawing/2014/main" id="{93B11AB8-EAC3-A64E-8232-B09EC712489C}"/>
              </a:ext>
            </a:extLst>
          </p:cNvPr>
          <p:cNvSpPr/>
          <p:nvPr userDrawn="1"/>
        </p:nvSpPr>
        <p:spPr>
          <a:xfrm>
            <a:off x="432261" y="6138955"/>
            <a:ext cx="11150139" cy="536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0" name="Rectangle 9">
            <a:extLst>
              <a:ext uri="{FF2B5EF4-FFF2-40B4-BE49-F238E27FC236}">
                <a16:creationId xmlns:a16="http://schemas.microsoft.com/office/drawing/2014/main" id="{C6B4250A-775D-EF48-A209-44384C0A5ECC}"/>
              </a:ext>
            </a:extLst>
          </p:cNvPr>
          <p:cNvSpPr/>
          <p:nvPr userDrawn="1"/>
        </p:nvSpPr>
        <p:spPr>
          <a:xfrm>
            <a:off x="7655698" y="6321552"/>
            <a:ext cx="3926703" cy="536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4" name="Text Placeholder 4">
            <a:extLst>
              <a:ext uri="{FF2B5EF4-FFF2-40B4-BE49-F238E27FC236}">
                <a16:creationId xmlns:a16="http://schemas.microsoft.com/office/drawing/2014/main" id="{A255D382-36AC-134B-819C-C052D3A91439}"/>
              </a:ext>
            </a:extLst>
          </p:cNvPr>
          <p:cNvSpPr>
            <a:spLocks noGrp="1"/>
          </p:cNvSpPr>
          <p:nvPr>
            <p:ph type="body" sz="quarter" idx="11"/>
          </p:nvPr>
        </p:nvSpPr>
        <p:spPr>
          <a:xfrm>
            <a:off x="511451" y="6050870"/>
            <a:ext cx="3009900" cy="270245"/>
          </a:xfrm>
        </p:spPr>
        <p:txBody>
          <a:bodyPr/>
          <a:lstStyle>
            <a:lvl1pPr marL="0" indent="0">
              <a:buNone/>
              <a:defRPr sz="1333" b="0"/>
            </a:lvl1pPr>
            <a:lvl2pPr marL="118530" indent="0">
              <a:buNone/>
              <a:defRPr/>
            </a:lvl2pPr>
          </a:lstStyle>
          <a:p>
            <a:pPr lvl="0"/>
            <a:r>
              <a:rPr lang="en-US" dirty="0"/>
              <a:t>Click to edit</a:t>
            </a:r>
          </a:p>
        </p:txBody>
      </p:sp>
      <p:pic>
        <p:nvPicPr>
          <p:cNvPr id="34" name="Graphic 33">
            <a:extLst>
              <a:ext uri="{FF2B5EF4-FFF2-40B4-BE49-F238E27FC236}">
                <a16:creationId xmlns:a16="http://schemas.microsoft.com/office/drawing/2014/main" id="{2D70B8BB-8404-6E47-8603-60A3C312CE5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080123" y="5709272"/>
            <a:ext cx="1549224" cy="536448"/>
          </a:xfrm>
          <a:prstGeom prst="rect">
            <a:avLst/>
          </a:prstGeom>
        </p:spPr>
      </p:pic>
    </p:spTree>
    <p:extLst>
      <p:ext uri="{BB962C8B-B14F-4D97-AF65-F5344CB8AC3E}">
        <p14:creationId xmlns:p14="http://schemas.microsoft.com/office/powerpoint/2010/main" val="3083444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slide #2 – dark pic">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5B8625B6-1480-F74E-8480-E54F05C04A1E}"/>
              </a:ext>
            </a:extLst>
          </p:cNvPr>
          <p:cNvSpPr/>
          <p:nvPr userDrawn="1"/>
        </p:nvSpPr>
        <p:spPr>
          <a:xfrm>
            <a:off x="266007" y="343594"/>
            <a:ext cx="1429789" cy="17733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38" name="Picture Placeholder 37">
            <a:extLst>
              <a:ext uri="{FF2B5EF4-FFF2-40B4-BE49-F238E27FC236}">
                <a16:creationId xmlns:a16="http://schemas.microsoft.com/office/drawing/2014/main" id="{E9E003C7-C225-0140-9146-8A8816EF7AEA}"/>
              </a:ext>
            </a:extLst>
          </p:cNvPr>
          <p:cNvSpPr>
            <a:spLocks noGrp="1"/>
          </p:cNvSpPr>
          <p:nvPr>
            <p:ph type="pic" sz="quarter" idx="10"/>
          </p:nvPr>
        </p:nvSpPr>
        <p:spPr>
          <a:xfrm>
            <a:off x="0" y="0"/>
            <a:ext cx="12192000" cy="4379384"/>
          </a:xfrm>
          <a:custGeom>
            <a:avLst/>
            <a:gdLst>
              <a:gd name="connsiteX0" fmla="*/ 653749 w 9144000"/>
              <a:gd name="connsiteY0" fmla="*/ 573726 h 3284538"/>
              <a:gd name="connsiteX1" fmla="*/ 457200 w 9144000"/>
              <a:gd name="connsiteY1" fmla="*/ 662929 h 3284538"/>
              <a:gd name="connsiteX2" fmla="*/ 457200 w 9144000"/>
              <a:gd name="connsiteY2" fmla="*/ 1003131 h 3284538"/>
              <a:gd name="connsiteX3" fmla="*/ 557872 w 9144000"/>
              <a:gd name="connsiteY3" fmla="*/ 1111620 h 3284538"/>
              <a:gd name="connsiteX4" fmla="*/ 653749 w 9144000"/>
              <a:gd name="connsiteY4" fmla="*/ 992951 h 3284538"/>
              <a:gd name="connsiteX5" fmla="*/ 740039 w 9144000"/>
              <a:gd name="connsiteY5" fmla="*/ 534884 h 3284538"/>
              <a:gd name="connsiteX6" fmla="*/ 695296 w 9144000"/>
              <a:gd name="connsiteY6" fmla="*/ 556314 h 3284538"/>
              <a:gd name="connsiteX7" fmla="*/ 695296 w 9144000"/>
              <a:gd name="connsiteY7" fmla="*/ 980897 h 3284538"/>
              <a:gd name="connsiteX8" fmla="*/ 567459 w 9144000"/>
              <a:gd name="connsiteY8" fmla="*/ 1138944 h 3284538"/>
              <a:gd name="connsiteX9" fmla="*/ 500345 w 9144000"/>
              <a:gd name="connsiteY9" fmla="*/ 1126889 h 3284538"/>
              <a:gd name="connsiteX10" fmla="*/ 597554 w 9144000"/>
              <a:gd name="connsiteY10" fmla="*/ 1161177 h 3284538"/>
              <a:gd name="connsiteX11" fmla="*/ 740039 w 9144000"/>
              <a:gd name="connsiteY11" fmla="*/ 974200 h 3284538"/>
              <a:gd name="connsiteX12" fmla="*/ 827927 w 9144000"/>
              <a:gd name="connsiteY12" fmla="*/ 496310 h 3284538"/>
              <a:gd name="connsiteX13" fmla="*/ 782652 w 9144000"/>
              <a:gd name="connsiteY13" fmla="*/ 517740 h 3284538"/>
              <a:gd name="connsiteX14" fmla="*/ 782652 w 9144000"/>
              <a:gd name="connsiteY14" fmla="*/ 978486 h 3284538"/>
              <a:gd name="connsiteX15" fmla="*/ 612735 w 9144000"/>
              <a:gd name="connsiteY15" fmla="*/ 1187965 h 3284538"/>
              <a:gd name="connsiteX16" fmla="*/ 532304 w 9144000"/>
              <a:gd name="connsiteY16" fmla="*/ 1172428 h 3284538"/>
              <a:gd name="connsiteX17" fmla="*/ 644694 w 9144000"/>
              <a:gd name="connsiteY17" fmla="*/ 1212074 h 3284538"/>
              <a:gd name="connsiteX18" fmla="*/ 827927 w 9144000"/>
              <a:gd name="connsiteY18" fmla="*/ 982236 h 3284538"/>
              <a:gd name="connsiteX19" fmla="*/ 917413 w 9144000"/>
              <a:gd name="connsiteY19" fmla="*/ 457200 h 3284538"/>
              <a:gd name="connsiteX20" fmla="*/ 871072 w 9144000"/>
              <a:gd name="connsiteY20" fmla="*/ 479166 h 3284538"/>
              <a:gd name="connsiteX21" fmla="*/ 871072 w 9144000"/>
              <a:gd name="connsiteY21" fmla="*/ 980093 h 3284538"/>
              <a:gd name="connsiteX22" fmla="*/ 665468 w 9144000"/>
              <a:gd name="connsiteY22" fmla="*/ 1236718 h 3284538"/>
              <a:gd name="connsiteX23" fmla="*/ 585037 w 9144000"/>
              <a:gd name="connsiteY23" fmla="*/ 1223324 h 3284538"/>
              <a:gd name="connsiteX24" fmla="*/ 704884 w 9144000"/>
              <a:gd name="connsiteY24" fmla="*/ 1260023 h 3284538"/>
              <a:gd name="connsiteX25" fmla="*/ 917413 w 9144000"/>
              <a:gd name="connsiteY25" fmla="*/ 988933 h 3284538"/>
              <a:gd name="connsiteX26" fmla="*/ 0 w 9144000"/>
              <a:gd name="connsiteY26" fmla="*/ 0 h 3284538"/>
              <a:gd name="connsiteX27" fmla="*/ 9144000 w 9144000"/>
              <a:gd name="connsiteY27" fmla="*/ 0 h 3284538"/>
              <a:gd name="connsiteX28" fmla="*/ 9144000 w 9144000"/>
              <a:gd name="connsiteY28" fmla="*/ 3284538 h 3284538"/>
              <a:gd name="connsiteX29" fmla="*/ 6596284 w 9144000"/>
              <a:gd name="connsiteY29" fmla="*/ 3284538 h 3284538"/>
              <a:gd name="connsiteX30" fmla="*/ 6866309 w 9144000"/>
              <a:gd name="connsiteY30" fmla="*/ 2791851 h 3284538"/>
              <a:gd name="connsiteX31" fmla="*/ 4635550 w 9144000"/>
              <a:gd name="connsiteY31" fmla="*/ 2791851 h 3284538"/>
              <a:gd name="connsiteX32" fmla="*/ 2230759 w 9144000"/>
              <a:gd name="connsiteY32" fmla="*/ 2791851 h 3284538"/>
              <a:gd name="connsiteX33" fmla="*/ 0 w 9144000"/>
              <a:gd name="connsiteY33" fmla="*/ 2791851 h 3284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144000" h="3284538">
                <a:moveTo>
                  <a:pt x="653749" y="573726"/>
                </a:moveTo>
                <a:lnTo>
                  <a:pt x="457200" y="662929"/>
                </a:lnTo>
                <a:lnTo>
                  <a:pt x="457200" y="1003131"/>
                </a:lnTo>
                <a:cubicBezTo>
                  <a:pt x="457200" y="1067957"/>
                  <a:pt x="497682" y="1111620"/>
                  <a:pt x="557872" y="1111620"/>
                </a:cubicBezTo>
                <a:cubicBezTo>
                  <a:pt x="616996" y="1111352"/>
                  <a:pt x="653749" y="1067421"/>
                  <a:pt x="653749" y="992951"/>
                </a:cubicBezTo>
                <a:close/>
                <a:moveTo>
                  <a:pt x="740039" y="534884"/>
                </a:moveTo>
                <a:lnTo>
                  <a:pt x="695296" y="556314"/>
                </a:lnTo>
                <a:lnTo>
                  <a:pt x="695296" y="980897"/>
                </a:lnTo>
                <a:cubicBezTo>
                  <a:pt x="695296" y="1095548"/>
                  <a:pt x="646825" y="1138944"/>
                  <a:pt x="567459" y="1138944"/>
                </a:cubicBezTo>
                <a:cubicBezTo>
                  <a:pt x="547751" y="1138944"/>
                  <a:pt x="524847" y="1134390"/>
                  <a:pt x="500345" y="1126889"/>
                </a:cubicBezTo>
                <a:cubicBezTo>
                  <a:pt x="529108" y="1148855"/>
                  <a:pt x="562399" y="1161177"/>
                  <a:pt x="597554" y="1161177"/>
                </a:cubicBezTo>
                <a:cubicBezTo>
                  <a:pt x="681447" y="1161177"/>
                  <a:pt x="740039" y="1102780"/>
                  <a:pt x="740039" y="974200"/>
                </a:cubicBezTo>
                <a:close/>
                <a:moveTo>
                  <a:pt x="827927" y="496310"/>
                </a:moveTo>
                <a:lnTo>
                  <a:pt x="782652" y="517740"/>
                </a:lnTo>
                <a:lnTo>
                  <a:pt x="782652" y="978486"/>
                </a:lnTo>
                <a:cubicBezTo>
                  <a:pt x="782652" y="1123675"/>
                  <a:pt x="714472" y="1187965"/>
                  <a:pt x="612735" y="1187965"/>
                </a:cubicBezTo>
                <a:cubicBezTo>
                  <a:pt x="588233" y="1187965"/>
                  <a:pt x="560269" y="1181804"/>
                  <a:pt x="532304" y="1172428"/>
                </a:cubicBezTo>
                <a:cubicBezTo>
                  <a:pt x="565861" y="1197073"/>
                  <a:pt x="605811" y="1212074"/>
                  <a:pt x="644694" y="1212074"/>
                </a:cubicBezTo>
                <a:cubicBezTo>
                  <a:pt x="751225" y="1212074"/>
                  <a:pt x="827927" y="1134390"/>
                  <a:pt x="827927" y="982236"/>
                </a:cubicBezTo>
                <a:close/>
                <a:moveTo>
                  <a:pt x="917413" y="457200"/>
                </a:moveTo>
                <a:lnTo>
                  <a:pt x="871072" y="479166"/>
                </a:lnTo>
                <a:lnTo>
                  <a:pt x="871072" y="980093"/>
                </a:lnTo>
                <a:cubicBezTo>
                  <a:pt x="871072" y="1148319"/>
                  <a:pt x="786647" y="1236718"/>
                  <a:pt x="665468" y="1236718"/>
                </a:cubicBezTo>
                <a:cubicBezTo>
                  <a:pt x="636971" y="1236718"/>
                  <a:pt x="610338" y="1231896"/>
                  <a:pt x="585037" y="1223324"/>
                </a:cubicBezTo>
                <a:cubicBezTo>
                  <a:pt x="620991" y="1246897"/>
                  <a:pt x="661739" y="1260291"/>
                  <a:pt x="704884" y="1260023"/>
                </a:cubicBezTo>
                <a:cubicBezTo>
                  <a:pt x="829525" y="1260023"/>
                  <a:pt x="917413" y="1160374"/>
                  <a:pt x="917413" y="988933"/>
                </a:cubicBezTo>
                <a:close/>
                <a:moveTo>
                  <a:pt x="0" y="0"/>
                </a:moveTo>
                <a:lnTo>
                  <a:pt x="9144000" y="0"/>
                </a:lnTo>
                <a:lnTo>
                  <a:pt x="9144000" y="3284538"/>
                </a:lnTo>
                <a:lnTo>
                  <a:pt x="6596284" y="3284538"/>
                </a:lnTo>
                <a:lnTo>
                  <a:pt x="6866309" y="2791851"/>
                </a:lnTo>
                <a:lnTo>
                  <a:pt x="4635550" y="2791851"/>
                </a:lnTo>
                <a:lnTo>
                  <a:pt x="2230759" y="2791851"/>
                </a:lnTo>
                <a:lnTo>
                  <a:pt x="0" y="2791851"/>
                </a:lnTo>
                <a:close/>
              </a:path>
            </a:pathLst>
          </a:custGeom>
          <a:solidFill>
            <a:schemeClr val="tx2"/>
          </a:solidFill>
        </p:spPr>
        <p:txBody>
          <a:bodyPr wrap="square" anchor="ctr">
            <a:noAutofit/>
          </a:bodyPr>
          <a:lstStyle>
            <a:lvl1pPr marL="0" indent="0" algn="ctr">
              <a:buNone/>
              <a:defRPr/>
            </a:lvl1pPr>
          </a:lstStyle>
          <a:p>
            <a:endParaRPr lang="en-US" dirty="0"/>
          </a:p>
        </p:txBody>
      </p:sp>
      <p:sp>
        <p:nvSpPr>
          <p:cNvPr id="39" name="Freeform 38">
            <a:extLst>
              <a:ext uri="{FF2B5EF4-FFF2-40B4-BE49-F238E27FC236}">
                <a16:creationId xmlns:a16="http://schemas.microsoft.com/office/drawing/2014/main" id="{4F9EC103-0F67-D041-A68D-29194D3A99CB}"/>
              </a:ext>
            </a:extLst>
          </p:cNvPr>
          <p:cNvSpPr/>
          <p:nvPr userDrawn="1"/>
        </p:nvSpPr>
        <p:spPr>
          <a:xfrm>
            <a:off x="-11289" y="3713698"/>
            <a:ext cx="9183221" cy="1149585"/>
          </a:xfrm>
          <a:custGeom>
            <a:avLst/>
            <a:gdLst>
              <a:gd name="connsiteX0" fmla="*/ 0 w 6866310"/>
              <a:gd name="connsiteY0" fmla="*/ 0 h 862189"/>
              <a:gd name="connsiteX1" fmla="*/ 2230759 w 6866310"/>
              <a:gd name="connsiteY1" fmla="*/ 0 h 862189"/>
              <a:gd name="connsiteX2" fmla="*/ 4635551 w 6866310"/>
              <a:gd name="connsiteY2" fmla="*/ 0 h 862189"/>
              <a:gd name="connsiteX3" fmla="*/ 6866310 w 6866310"/>
              <a:gd name="connsiteY3" fmla="*/ 0 h 862189"/>
              <a:gd name="connsiteX4" fmla="*/ 6393773 w 6866310"/>
              <a:gd name="connsiteY4" fmla="*/ 862189 h 862189"/>
              <a:gd name="connsiteX5" fmla="*/ 4163014 w 6866310"/>
              <a:gd name="connsiteY5" fmla="*/ 862189 h 862189"/>
              <a:gd name="connsiteX6" fmla="*/ 2230759 w 6866310"/>
              <a:gd name="connsiteY6" fmla="*/ 862189 h 862189"/>
              <a:gd name="connsiteX7" fmla="*/ 0 w 6866310"/>
              <a:gd name="connsiteY7" fmla="*/ 862189 h 862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66310" h="862189">
                <a:moveTo>
                  <a:pt x="0" y="0"/>
                </a:moveTo>
                <a:lnTo>
                  <a:pt x="2230759" y="0"/>
                </a:lnTo>
                <a:lnTo>
                  <a:pt x="4635551" y="0"/>
                </a:lnTo>
                <a:lnTo>
                  <a:pt x="6866310" y="0"/>
                </a:lnTo>
                <a:lnTo>
                  <a:pt x="6393773" y="862189"/>
                </a:lnTo>
                <a:lnTo>
                  <a:pt x="4163014" y="862189"/>
                </a:lnTo>
                <a:lnTo>
                  <a:pt x="2230759" y="862189"/>
                </a:lnTo>
                <a:lnTo>
                  <a:pt x="0" y="86218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2" name="Title 1">
            <a:extLst>
              <a:ext uri="{FF2B5EF4-FFF2-40B4-BE49-F238E27FC236}">
                <a16:creationId xmlns:a16="http://schemas.microsoft.com/office/drawing/2014/main" id="{6E65152D-294A-CB4D-A24A-4F357E1ABC0D}"/>
              </a:ext>
            </a:extLst>
          </p:cNvPr>
          <p:cNvSpPr>
            <a:spLocks noGrp="1"/>
          </p:cNvSpPr>
          <p:nvPr>
            <p:ph type="ctrTitle" hasCustomPrompt="1"/>
          </p:nvPr>
        </p:nvSpPr>
        <p:spPr>
          <a:xfrm>
            <a:off x="521216" y="3713698"/>
            <a:ext cx="8110724" cy="1128173"/>
          </a:xfrm>
        </p:spPr>
        <p:txBody>
          <a:bodyPr rIns="0" anchor="ctr" anchorCtr="0">
            <a:noAutofit/>
          </a:bodyPr>
          <a:lstStyle>
            <a:lvl1pPr algn="l">
              <a:defRPr sz="4267" spc="0" baseline="0">
                <a:solidFill>
                  <a:schemeClr val="bg1"/>
                </a:solidFill>
              </a:defRPr>
            </a:lvl1pPr>
          </a:lstStyle>
          <a:p>
            <a:r>
              <a:rPr lang="en-US" dirty="0"/>
              <a:t>Title slide with dark photo</a:t>
            </a:r>
          </a:p>
        </p:txBody>
      </p:sp>
      <p:sp>
        <p:nvSpPr>
          <p:cNvPr id="3" name="Subtitle 2">
            <a:extLst>
              <a:ext uri="{FF2B5EF4-FFF2-40B4-BE49-F238E27FC236}">
                <a16:creationId xmlns:a16="http://schemas.microsoft.com/office/drawing/2014/main" id="{C4BACBDA-5A3D-3241-B917-E2149A7F0899}"/>
              </a:ext>
            </a:extLst>
          </p:cNvPr>
          <p:cNvSpPr>
            <a:spLocks noGrp="1"/>
          </p:cNvSpPr>
          <p:nvPr>
            <p:ph type="subTitle" idx="1"/>
          </p:nvPr>
        </p:nvSpPr>
        <p:spPr>
          <a:xfrm>
            <a:off x="505038" y="4945665"/>
            <a:ext cx="7891553" cy="428635"/>
          </a:xfrm>
        </p:spPr>
        <p:txBody>
          <a:bodyPr rIns="0">
            <a:noAutofit/>
          </a:bodyPr>
          <a:lstStyle>
            <a:lvl1pPr marL="0" indent="0" algn="l">
              <a:buNone/>
              <a:defRPr sz="1867">
                <a:solidFill>
                  <a:schemeClr val="accen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11" name="Rectangle 10">
            <a:extLst>
              <a:ext uri="{FF2B5EF4-FFF2-40B4-BE49-F238E27FC236}">
                <a16:creationId xmlns:a16="http://schemas.microsoft.com/office/drawing/2014/main" id="{93B11AB8-EAC3-A64E-8232-B09EC712489C}"/>
              </a:ext>
            </a:extLst>
          </p:cNvPr>
          <p:cNvSpPr/>
          <p:nvPr userDrawn="1"/>
        </p:nvSpPr>
        <p:spPr>
          <a:xfrm>
            <a:off x="432261" y="6138955"/>
            <a:ext cx="11195232" cy="536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0" name="Rectangle 9">
            <a:extLst>
              <a:ext uri="{FF2B5EF4-FFF2-40B4-BE49-F238E27FC236}">
                <a16:creationId xmlns:a16="http://schemas.microsoft.com/office/drawing/2014/main" id="{C6B4250A-775D-EF48-A209-44384C0A5ECC}"/>
              </a:ext>
            </a:extLst>
          </p:cNvPr>
          <p:cNvSpPr/>
          <p:nvPr userDrawn="1"/>
        </p:nvSpPr>
        <p:spPr>
          <a:xfrm>
            <a:off x="7655698" y="6321552"/>
            <a:ext cx="3926703" cy="536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3" name="Text Placeholder 4">
            <a:extLst>
              <a:ext uri="{FF2B5EF4-FFF2-40B4-BE49-F238E27FC236}">
                <a16:creationId xmlns:a16="http://schemas.microsoft.com/office/drawing/2014/main" id="{677B2950-4E80-4446-9C2A-409ECCDE1D8C}"/>
              </a:ext>
            </a:extLst>
          </p:cNvPr>
          <p:cNvSpPr>
            <a:spLocks noGrp="1"/>
          </p:cNvSpPr>
          <p:nvPr>
            <p:ph type="body" sz="quarter" idx="11"/>
          </p:nvPr>
        </p:nvSpPr>
        <p:spPr>
          <a:xfrm>
            <a:off x="511451" y="6050870"/>
            <a:ext cx="3009900" cy="270245"/>
          </a:xfrm>
        </p:spPr>
        <p:txBody>
          <a:bodyPr/>
          <a:lstStyle>
            <a:lvl1pPr marL="0" indent="0">
              <a:buNone/>
              <a:defRPr sz="1333" b="0"/>
            </a:lvl1pPr>
            <a:lvl2pPr marL="118530" indent="0">
              <a:buNone/>
              <a:defRPr/>
            </a:lvl2pPr>
          </a:lstStyle>
          <a:p>
            <a:pPr lvl="0"/>
            <a:r>
              <a:rPr lang="en-US" dirty="0"/>
              <a:t>Click to edit</a:t>
            </a:r>
          </a:p>
        </p:txBody>
      </p:sp>
      <p:pic>
        <p:nvPicPr>
          <p:cNvPr id="14" name="Graphic 13">
            <a:extLst>
              <a:ext uri="{FF2B5EF4-FFF2-40B4-BE49-F238E27FC236}">
                <a16:creationId xmlns:a16="http://schemas.microsoft.com/office/drawing/2014/main" id="{3C75A1FB-8C62-CC43-998E-DBB883586C3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080123" y="5709272"/>
            <a:ext cx="1549224" cy="536448"/>
          </a:xfrm>
          <a:prstGeom prst="rect">
            <a:avLst/>
          </a:prstGeom>
        </p:spPr>
      </p:pic>
    </p:spTree>
    <p:extLst>
      <p:ext uri="{BB962C8B-B14F-4D97-AF65-F5344CB8AC3E}">
        <p14:creationId xmlns:p14="http://schemas.microsoft.com/office/powerpoint/2010/main" val="1549456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slide #3 – light pic">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5B8625B6-1480-F74E-8480-E54F05C04A1E}"/>
              </a:ext>
            </a:extLst>
          </p:cNvPr>
          <p:cNvSpPr/>
          <p:nvPr userDrawn="1"/>
        </p:nvSpPr>
        <p:spPr>
          <a:xfrm>
            <a:off x="266007" y="343594"/>
            <a:ext cx="1429789" cy="177338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1" name="Picture Placeholder 20">
            <a:extLst>
              <a:ext uri="{FF2B5EF4-FFF2-40B4-BE49-F238E27FC236}">
                <a16:creationId xmlns:a16="http://schemas.microsoft.com/office/drawing/2014/main" id="{9889EC8D-7418-6041-AFCD-B88F0881B61D}"/>
              </a:ext>
            </a:extLst>
          </p:cNvPr>
          <p:cNvSpPr>
            <a:spLocks noGrp="1"/>
          </p:cNvSpPr>
          <p:nvPr>
            <p:ph type="pic" sz="quarter" idx="11"/>
          </p:nvPr>
        </p:nvSpPr>
        <p:spPr>
          <a:xfrm>
            <a:off x="0" y="0"/>
            <a:ext cx="12192000" cy="4377267"/>
          </a:xfrm>
          <a:custGeom>
            <a:avLst/>
            <a:gdLst>
              <a:gd name="connsiteX0" fmla="*/ 653749 w 9144000"/>
              <a:gd name="connsiteY0" fmla="*/ 573726 h 3282950"/>
              <a:gd name="connsiteX1" fmla="*/ 457200 w 9144000"/>
              <a:gd name="connsiteY1" fmla="*/ 662929 h 3282950"/>
              <a:gd name="connsiteX2" fmla="*/ 457200 w 9144000"/>
              <a:gd name="connsiteY2" fmla="*/ 1003131 h 3282950"/>
              <a:gd name="connsiteX3" fmla="*/ 557872 w 9144000"/>
              <a:gd name="connsiteY3" fmla="*/ 1111620 h 3282950"/>
              <a:gd name="connsiteX4" fmla="*/ 653749 w 9144000"/>
              <a:gd name="connsiteY4" fmla="*/ 992951 h 3282950"/>
              <a:gd name="connsiteX5" fmla="*/ 740039 w 9144000"/>
              <a:gd name="connsiteY5" fmla="*/ 534884 h 3282950"/>
              <a:gd name="connsiteX6" fmla="*/ 695296 w 9144000"/>
              <a:gd name="connsiteY6" fmla="*/ 556314 h 3282950"/>
              <a:gd name="connsiteX7" fmla="*/ 695296 w 9144000"/>
              <a:gd name="connsiteY7" fmla="*/ 980897 h 3282950"/>
              <a:gd name="connsiteX8" fmla="*/ 567459 w 9144000"/>
              <a:gd name="connsiteY8" fmla="*/ 1138944 h 3282950"/>
              <a:gd name="connsiteX9" fmla="*/ 500345 w 9144000"/>
              <a:gd name="connsiteY9" fmla="*/ 1126889 h 3282950"/>
              <a:gd name="connsiteX10" fmla="*/ 597554 w 9144000"/>
              <a:gd name="connsiteY10" fmla="*/ 1161177 h 3282950"/>
              <a:gd name="connsiteX11" fmla="*/ 740039 w 9144000"/>
              <a:gd name="connsiteY11" fmla="*/ 974200 h 3282950"/>
              <a:gd name="connsiteX12" fmla="*/ 827927 w 9144000"/>
              <a:gd name="connsiteY12" fmla="*/ 496310 h 3282950"/>
              <a:gd name="connsiteX13" fmla="*/ 782652 w 9144000"/>
              <a:gd name="connsiteY13" fmla="*/ 517740 h 3282950"/>
              <a:gd name="connsiteX14" fmla="*/ 782652 w 9144000"/>
              <a:gd name="connsiteY14" fmla="*/ 978486 h 3282950"/>
              <a:gd name="connsiteX15" fmla="*/ 612735 w 9144000"/>
              <a:gd name="connsiteY15" fmla="*/ 1187965 h 3282950"/>
              <a:gd name="connsiteX16" fmla="*/ 532304 w 9144000"/>
              <a:gd name="connsiteY16" fmla="*/ 1172428 h 3282950"/>
              <a:gd name="connsiteX17" fmla="*/ 644694 w 9144000"/>
              <a:gd name="connsiteY17" fmla="*/ 1212074 h 3282950"/>
              <a:gd name="connsiteX18" fmla="*/ 827927 w 9144000"/>
              <a:gd name="connsiteY18" fmla="*/ 982236 h 3282950"/>
              <a:gd name="connsiteX19" fmla="*/ 917413 w 9144000"/>
              <a:gd name="connsiteY19" fmla="*/ 457200 h 3282950"/>
              <a:gd name="connsiteX20" fmla="*/ 871072 w 9144000"/>
              <a:gd name="connsiteY20" fmla="*/ 479166 h 3282950"/>
              <a:gd name="connsiteX21" fmla="*/ 871072 w 9144000"/>
              <a:gd name="connsiteY21" fmla="*/ 980093 h 3282950"/>
              <a:gd name="connsiteX22" fmla="*/ 665468 w 9144000"/>
              <a:gd name="connsiteY22" fmla="*/ 1236718 h 3282950"/>
              <a:gd name="connsiteX23" fmla="*/ 585037 w 9144000"/>
              <a:gd name="connsiteY23" fmla="*/ 1223324 h 3282950"/>
              <a:gd name="connsiteX24" fmla="*/ 704884 w 9144000"/>
              <a:gd name="connsiteY24" fmla="*/ 1260023 h 3282950"/>
              <a:gd name="connsiteX25" fmla="*/ 917413 w 9144000"/>
              <a:gd name="connsiteY25" fmla="*/ 988933 h 3282950"/>
              <a:gd name="connsiteX26" fmla="*/ 0 w 9144000"/>
              <a:gd name="connsiteY26" fmla="*/ 0 h 3282950"/>
              <a:gd name="connsiteX27" fmla="*/ 9144000 w 9144000"/>
              <a:gd name="connsiteY27" fmla="*/ 0 h 3282950"/>
              <a:gd name="connsiteX28" fmla="*/ 9144000 w 9144000"/>
              <a:gd name="connsiteY28" fmla="*/ 3282950 h 3282950"/>
              <a:gd name="connsiteX29" fmla="*/ 6537139 w 9144000"/>
              <a:gd name="connsiteY29" fmla="*/ 3282950 h 3282950"/>
              <a:gd name="connsiteX30" fmla="*/ 6994964 w 9144000"/>
              <a:gd name="connsiteY30" fmla="*/ 2447603 h 3282950"/>
              <a:gd name="connsiteX31" fmla="*/ 0 w 9144000"/>
              <a:gd name="connsiteY31" fmla="*/ 2447603 h 328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44000" h="3282950">
                <a:moveTo>
                  <a:pt x="653749" y="573726"/>
                </a:moveTo>
                <a:lnTo>
                  <a:pt x="457200" y="662929"/>
                </a:lnTo>
                <a:lnTo>
                  <a:pt x="457200" y="1003131"/>
                </a:lnTo>
                <a:cubicBezTo>
                  <a:pt x="457200" y="1067957"/>
                  <a:pt x="497682" y="1111620"/>
                  <a:pt x="557872" y="1111620"/>
                </a:cubicBezTo>
                <a:cubicBezTo>
                  <a:pt x="616996" y="1111352"/>
                  <a:pt x="653749" y="1067421"/>
                  <a:pt x="653749" y="992951"/>
                </a:cubicBezTo>
                <a:close/>
                <a:moveTo>
                  <a:pt x="740039" y="534884"/>
                </a:moveTo>
                <a:lnTo>
                  <a:pt x="695296" y="556314"/>
                </a:lnTo>
                <a:lnTo>
                  <a:pt x="695296" y="980897"/>
                </a:lnTo>
                <a:cubicBezTo>
                  <a:pt x="695296" y="1095548"/>
                  <a:pt x="646825" y="1138944"/>
                  <a:pt x="567459" y="1138944"/>
                </a:cubicBezTo>
                <a:cubicBezTo>
                  <a:pt x="547751" y="1138944"/>
                  <a:pt x="524847" y="1134390"/>
                  <a:pt x="500345" y="1126889"/>
                </a:cubicBezTo>
                <a:cubicBezTo>
                  <a:pt x="529108" y="1148855"/>
                  <a:pt x="562399" y="1161177"/>
                  <a:pt x="597554" y="1161177"/>
                </a:cubicBezTo>
                <a:cubicBezTo>
                  <a:pt x="681447" y="1161177"/>
                  <a:pt x="740039" y="1102780"/>
                  <a:pt x="740039" y="974200"/>
                </a:cubicBezTo>
                <a:close/>
                <a:moveTo>
                  <a:pt x="827927" y="496310"/>
                </a:moveTo>
                <a:lnTo>
                  <a:pt x="782652" y="517740"/>
                </a:lnTo>
                <a:lnTo>
                  <a:pt x="782652" y="978486"/>
                </a:lnTo>
                <a:cubicBezTo>
                  <a:pt x="782652" y="1123675"/>
                  <a:pt x="714472" y="1187965"/>
                  <a:pt x="612735" y="1187965"/>
                </a:cubicBezTo>
                <a:cubicBezTo>
                  <a:pt x="588233" y="1187965"/>
                  <a:pt x="560269" y="1181804"/>
                  <a:pt x="532304" y="1172428"/>
                </a:cubicBezTo>
                <a:cubicBezTo>
                  <a:pt x="565861" y="1197073"/>
                  <a:pt x="605811" y="1212074"/>
                  <a:pt x="644694" y="1212074"/>
                </a:cubicBezTo>
                <a:cubicBezTo>
                  <a:pt x="751225" y="1212074"/>
                  <a:pt x="827927" y="1134390"/>
                  <a:pt x="827927" y="982236"/>
                </a:cubicBezTo>
                <a:close/>
                <a:moveTo>
                  <a:pt x="917413" y="457200"/>
                </a:moveTo>
                <a:lnTo>
                  <a:pt x="871072" y="479166"/>
                </a:lnTo>
                <a:lnTo>
                  <a:pt x="871072" y="980093"/>
                </a:lnTo>
                <a:cubicBezTo>
                  <a:pt x="871072" y="1148319"/>
                  <a:pt x="786647" y="1236718"/>
                  <a:pt x="665468" y="1236718"/>
                </a:cubicBezTo>
                <a:cubicBezTo>
                  <a:pt x="636971" y="1236718"/>
                  <a:pt x="610338" y="1231896"/>
                  <a:pt x="585037" y="1223324"/>
                </a:cubicBezTo>
                <a:cubicBezTo>
                  <a:pt x="620991" y="1246897"/>
                  <a:pt x="661739" y="1260291"/>
                  <a:pt x="704884" y="1260023"/>
                </a:cubicBezTo>
                <a:cubicBezTo>
                  <a:pt x="829525" y="1260023"/>
                  <a:pt x="917413" y="1160374"/>
                  <a:pt x="917413" y="988933"/>
                </a:cubicBezTo>
                <a:close/>
                <a:moveTo>
                  <a:pt x="0" y="0"/>
                </a:moveTo>
                <a:lnTo>
                  <a:pt x="9144000" y="0"/>
                </a:lnTo>
                <a:lnTo>
                  <a:pt x="9144000" y="3282950"/>
                </a:lnTo>
                <a:lnTo>
                  <a:pt x="6537139" y="3282950"/>
                </a:lnTo>
                <a:lnTo>
                  <a:pt x="6994964" y="2447603"/>
                </a:lnTo>
                <a:lnTo>
                  <a:pt x="0" y="2447603"/>
                </a:lnTo>
                <a:close/>
              </a:path>
            </a:pathLst>
          </a:custGeom>
          <a:solidFill>
            <a:schemeClr val="tx2">
              <a:lumMod val="40000"/>
              <a:lumOff val="60000"/>
            </a:schemeClr>
          </a:solidFill>
        </p:spPr>
        <p:txBody>
          <a:bodyPr wrap="square" anchor="ctr">
            <a:noAutofit/>
          </a:bodyPr>
          <a:lstStyle>
            <a:lvl1pPr marL="0" indent="0" algn="ctr">
              <a:buNone/>
              <a:defRPr/>
            </a:lvl1pPr>
          </a:lstStyle>
          <a:p>
            <a:endParaRPr lang="en-US" dirty="0"/>
          </a:p>
        </p:txBody>
      </p:sp>
      <p:sp>
        <p:nvSpPr>
          <p:cNvPr id="19" name="Freeform 18">
            <a:extLst>
              <a:ext uri="{FF2B5EF4-FFF2-40B4-BE49-F238E27FC236}">
                <a16:creationId xmlns:a16="http://schemas.microsoft.com/office/drawing/2014/main" id="{539A4D35-6931-4846-8142-F3C6A4884AC0}"/>
              </a:ext>
            </a:extLst>
          </p:cNvPr>
          <p:cNvSpPr/>
          <p:nvPr userDrawn="1"/>
        </p:nvSpPr>
        <p:spPr>
          <a:xfrm>
            <a:off x="-31046" y="3258246"/>
            <a:ext cx="9365059" cy="1875421"/>
          </a:xfrm>
          <a:custGeom>
            <a:avLst/>
            <a:gdLst>
              <a:gd name="connsiteX0" fmla="*/ 0 w 7023794"/>
              <a:gd name="connsiteY0" fmla="*/ 0 h 1406566"/>
              <a:gd name="connsiteX1" fmla="*/ 7023794 w 7023794"/>
              <a:gd name="connsiteY1" fmla="*/ 0 h 1406566"/>
              <a:gd name="connsiteX2" fmla="*/ 6252903 w 7023794"/>
              <a:gd name="connsiteY2" fmla="*/ 1406566 h 1406566"/>
              <a:gd name="connsiteX3" fmla="*/ 0 w 7023794"/>
              <a:gd name="connsiteY3" fmla="*/ 1406566 h 1406566"/>
            </a:gdLst>
            <a:ahLst/>
            <a:cxnLst>
              <a:cxn ang="0">
                <a:pos x="connsiteX0" y="connsiteY0"/>
              </a:cxn>
              <a:cxn ang="0">
                <a:pos x="connsiteX1" y="connsiteY1"/>
              </a:cxn>
              <a:cxn ang="0">
                <a:pos x="connsiteX2" y="connsiteY2"/>
              </a:cxn>
              <a:cxn ang="0">
                <a:pos x="connsiteX3" y="connsiteY3"/>
              </a:cxn>
            </a:cxnLst>
            <a:rect l="l" t="t" r="r" b="b"/>
            <a:pathLst>
              <a:path w="7023794" h="1406566">
                <a:moveTo>
                  <a:pt x="0" y="0"/>
                </a:moveTo>
                <a:lnTo>
                  <a:pt x="7023794" y="0"/>
                </a:lnTo>
                <a:lnTo>
                  <a:pt x="6252903" y="1406566"/>
                </a:lnTo>
                <a:lnTo>
                  <a:pt x="0" y="140656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2" name="Title 1">
            <a:extLst>
              <a:ext uri="{FF2B5EF4-FFF2-40B4-BE49-F238E27FC236}">
                <a16:creationId xmlns:a16="http://schemas.microsoft.com/office/drawing/2014/main" id="{6E65152D-294A-CB4D-A24A-4F357E1ABC0D}"/>
              </a:ext>
            </a:extLst>
          </p:cNvPr>
          <p:cNvSpPr>
            <a:spLocks noGrp="1"/>
          </p:cNvSpPr>
          <p:nvPr>
            <p:ph type="ctrTitle" hasCustomPrompt="1"/>
          </p:nvPr>
        </p:nvSpPr>
        <p:spPr>
          <a:xfrm>
            <a:off x="525383" y="3245931"/>
            <a:ext cx="7891553" cy="1850224"/>
          </a:xfrm>
        </p:spPr>
        <p:txBody>
          <a:bodyPr rIns="0" anchor="ctr" anchorCtr="0">
            <a:noAutofit/>
          </a:bodyPr>
          <a:lstStyle>
            <a:lvl1pPr algn="l">
              <a:lnSpc>
                <a:spcPct val="100000"/>
              </a:lnSpc>
              <a:defRPr sz="4267" spc="0" baseline="0">
                <a:solidFill>
                  <a:schemeClr val="bg1"/>
                </a:solidFill>
              </a:defRPr>
            </a:lvl1pPr>
          </a:lstStyle>
          <a:p>
            <a:r>
              <a:rPr lang="en-US" dirty="0"/>
              <a:t>Two-line title slide with light photo</a:t>
            </a:r>
          </a:p>
        </p:txBody>
      </p:sp>
      <p:sp>
        <p:nvSpPr>
          <p:cNvPr id="3" name="Subtitle 2">
            <a:extLst>
              <a:ext uri="{FF2B5EF4-FFF2-40B4-BE49-F238E27FC236}">
                <a16:creationId xmlns:a16="http://schemas.microsoft.com/office/drawing/2014/main" id="{C4BACBDA-5A3D-3241-B917-E2149A7F0899}"/>
              </a:ext>
            </a:extLst>
          </p:cNvPr>
          <p:cNvSpPr>
            <a:spLocks noGrp="1"/>
          </p:cNvSpPr>
          <p:nvPr>
            <p:ph type="subTitle" idx="1"/>
          </p:nvPr>
        </p:nvSpPr>
        <p:spPr>
          <a:xfrm>
            <a:off x="513809" y="5224207"/>
            <a:ext cx="7891553" cy="428635"/>
          </a:xfrm>
        </p:spPr>
        <p:txBody>
          <a:bodyPr rIns="0">
            <a:noAutofit/>
          </a:bodyPr>
          <a:lstStyle>
            <a:lvl1pPr marL="0" indent="0" algn="l">
              <a:buNone/>
              <a:defRPr sz="1867">
                <a:solidFill>
                  <a:schemeClr val="accen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11" name="Rectangle 10">
            <a:extLst>
              <a:ext uri="{FF2B5EF4-FFF2-40B4-BE49-F238E27FC236}">
                <a16:creationId xmlns:a16="http://schemas.microsoft.com/office/drawing/2014/main" id="{93B11AB8-EAC3-A64E-8232-B09EC712489C}"/>
              </a:ext>
            </a:extLst>
          </p:cNvPr>
          <p:cNvSpPr/>
          <p:nvPr userDrawn="1"/>
        </p:nvSpPr>
        <p:spPr>
          <a:xfrm>
            <a:off x="432261" y="6138955"/>
            <a:ext cx="11195232" cy="536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0" name="Rectangle 9">
            <a:extLst>
              <a:ext uri="{FF2B5EF4-FFF2-40B4-BE49-F238E27FC236}">
                <a16:creationId xmlns:a16="http://schemas.microsoft.com/office/drawing/2014/main" id="{C6B4250A-775D-EF48-A209-44384C0A5ECC}"/>
              </a:ext>
            </a:extLst>
          </p:cNvPr>
          <p:cNvSpPr/>
          <p:nvPr userDrawn="1"/>
        </p:nvSpPr>
        <p:spPr>
          <a:xfrm>
            <a:off x="7655698" y="6321552"/>
            <a:ext cx="3926703" cy="536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3" name="Text Placeholder 4">
            <a:extLst>
              <a:ext uri="{FF2B5EF4-FFF2-40B4-BE49-F238E27FC236}">
                <a16:creationId xmlns:a16="http://schemas.microsoft.com/office/drawing/2014/main" id="{75B10A8E-ECF9-C74E-B7FD-3BDFE9077857}"/>
              </a:ext>
            </a:extLst>
          </p:cNvPr>
          <p:cNvSpPr>
            <a:spLocks noGrp="1"/>
          </p:cNvSpPr>
          <p:nvPr>
            <p:ph type="body" sz="quarter" idx="12"/>
          </p:nvPr>
        </p:nvSpPr>
        <p:spPr>
          <a:xfrm>
            <a:off x="511451" y="6050870"/>
            <a:ext cx="3009900" cy="270245"/>
          </a:xfrm>
        </p:spPr>
        <p:txBody>
          <a:bodyPr/>
          <a:lstStyle>
            <a:lvl1pPr marL="0" indent="0">
              <a:buNone/>
              <a:defRPr sz="1333" b="0"/>
            </a:lvl1pPr>
            <a:lvl2pPr marL="118530" indent="0">
              <a:buNone/>
              <a:defRPr/>
            </a:lvl2pPr>
          </a:lstStyle>
          <a:p>
            <a:pPr lvl="0"/>
            <a:r>
              <a:rPr lang="en-US" dirty="0"/>
              <a:t>Click to edit</a:t>
            </a:r>
          </a:p>
        </p:txBody>
      </p:sp>
      <p:pic>
        <p:nvPicPr>
          <p:cNvPr id="14" name="Graphic 13">
            <a:extLst>
              <a:ext uri="{FF2B5EF4-FFF2-40B4-BE49-F238E27FC236}">
                <a16:creationId xmlns:a16="http://schemas.microsoft.com/office/drawing/2014/main" id="{ECDA4E95-43DD-BC47-A222-4ACDF811A36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080123" y="5709272"/>
            <a:ext cx="1549224" cy="536448"/>
          </a:xfrm>
          <a:prstGeom prst="rect">
            <a:avLst/>
          </a:prstGeom>
        </p:spPr>
      </p:pic>
    </p:spTree>
    <p:extLst>
      <p:ext uri="{BB962C8B-B14F-4D97-AF65-F5344CB8AC3E}">
        <p14:creationId xmlns:p14="http://schemas.microsoft.com/office/powerpoint/2010/main" val="970971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slide #3 – dark pic">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5B8625B6-1480-F74E-8480-E54F05C04A1E}"/>
              </a:ext>
            </a:extLst>
          </p:cNvPr>
          <p:cNvSpPr/>
          <p:nvPr userDrawn="1"/>
        </p:nvSpPr>
        <p:spPr>
          <a:xfrm>
            <a:off x="266007" y="343594"/>
            <a:ext cx="1429789" cy="17733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1" name="Picture Placeholder 20">
            <a:extLst>
              <a:ext uri="{FF2B5EF4-FFF2-40B4-BE49-F238E27FC236}">
                <a16:creationId xmlns:a16="http://schemas.microsoft.com/office/drawing/2014/main" id="{9889EC8D-7418-6041-AFCD-B88F0881B61D}"/>
              </a:ext>
            </a:extLst>
          </p:cNvPr>
          <p:cNvSpPr>
            <a:spLocks noGrp="1"/>
          </p:cNvSpPr>
          <p:nvPr>
            <p:ph type="pic" sz="quarter" idx="11"/>
          </p:nvPr>
        </p:nvSpPr>
        <p:spPr>
          <a:xfrm>
            <a:off x="0" y="0"/>
            <a:ext cx="12192000" cy="4377267"/>
          </a:xfrm>
          <a:custGeom>
            <a:avLst/>
            <a:gdLst>
              <a:gd name="connsiteX0" fmla="*/ 653749 w 9144000"/>
              <a:gd name="connsiteY0" fmla="*/ 573726 h 3282950"/>
              <a:gd name="connsiteX1" fmla="*/ 457200 w 9144000"/>
              <a:gd name="connsiteY1" fmla="*/ 662929 h 3282950"/>
              <a:gd name="connsiteX2" fmla="*/ 457200 w 9144000"/>
              <a:gd name="connsiteY2" fmla="*/ 1003131 h 3282950"/>
              <a:gd name="connsiteX3" fmla="*/ 557872 w 9144000"/>
              <a:gd name="connsiteY3" fmla="*/ 1111620 h 3282950"/>
              <a:gd name="connsiteX4" fmla="*/ 653749 w 9144000"/>
              <a:gd name="connsiteY4" fmla="*/ 992951 h 3282950"/>
              <a:gd name="connsiteX5" fmla="*/ 740039 w 9144000"/>
              <a:gd name="connsiteY5" fmla="*/ 534884 h 3282950"/>
              <a:gd name="connsiteX6" fmla="*/ 695296 w 9144000"/>
              <a:gd name="connsiteY6" fmla="*/ 556314 h 3282950"/>
              <a:gd name="connsiteX7" fmla="*/ 695296 w 9144000"/>
              <a:gd name="connsiteY7" fmla="*/ 980897 h 3282950"/>
              <a:gd name="connsiteX8" fmla="*/ 567459 w 9144000"/>
              <a:gd name="connsiteY8" fmla="*/ 1138944 h 3282950"/>
              <a:gd name="connsiteX9" fmla="*/ 500345 w 9144000"/>
              <a:gd name="connsiteY9" fmla="*/ 1126889 h 3282950"/>
              <a:gd name="connsiteX10" fmla="*/ 597554 w 9144000"/>
              <a:gd name="connsiteY10" fmla="*/ 1161177 h 3282950"/>
              <a:gd name="connsiteX11" fmla="*/ 740039 w 9144000"/>
              <a:gd name="connsiteY11" fmla="*/ 974200 h 3282950"/>
              <a:gd name="connsiteX12" fmla="*/ 827927 w 9144000"/>
              <a:gd name="connsiteY12" fmla="*/ 496310 h 3282950"/>
              <a:gd name="connsiteX13" fmla="*/ 782652 w 9144000"/>
              <a:gd name="connsiteY13" fmla="*/ 517740 h 3282950"/>
              <a:gd name="connsiteX14" fmla="*/ 782652 w 9144000"/>
              <a:gd name="connsiteY14" fmla="*/ 978486 h 3282950"/>
              <a:gd name="connsiteX15" fmla="*/ 612735 w 9144000"/>
              <a:gd name="connsiteY15" fmla="*/ 1187965 h 3282950"/>
              <a:gd name="connsiteX16" fmla="*/ 532304 w 9144000"/>
              <a:gd name="connsiteY16" fmla="*/ 1172428 h 3282950"/>
              <a:gd name="connsiteX17" fmla="*/ 644694 w 9144000"/>
              <a:gd name="connsiteY17" fmla="*/ 1212074 h 3282950"/>
              <a:gd name="connsiteX18" fmla="*/ 827927 w 9144000"/>
              <a:gd name="connsiteY18" fmla="*/ 982236 h 3282950"/>
              <a:gd name="connsiteX19" fmla="*/ 917413 w 9144000"/>
              <a:gd name="connsiteY19" fmla="*/ 457200 h 3282950"/>
              <a:gd name="connsiteX20" fmla="*/ 871072 w 9144000"/>
              <a:gd name="connsiteY20" fmla="*/ 479166 h 3282950"/>
              <a:gd name="connsiteX21" fmla="*/ 871072 w 9144000"/>
              <a:gd name="connsiteY21" fmla="*/ 980093 h 3282950"/>
              <a:gd name="connsiteX22" fmla="*/ 665468 w 9144000"/>
              <a:gd name="connsiteY22" fmla="*/ 1236718 h 3282950"/>
              <a:gd name="connsiteX23" fmla="*/ 585037 w 9144000"/>
              <a:gd name="connsiteY23" fmla="*/ 1223324 h 3282950"/>
              <a:gd name="connsiteX24" fmla="*/ 704884 w 9144000"/>
              <a:gd name="connsiteY24" fmla="*/ 1260023 h 3282950"/>
              <a:gd name="connsiteX25" fmla="*/ 917413 w 9144000"/>
              <a:gd name="connsiteY25" fmla="*/ 988933 h 3282950"/>
              <a:gd name="connsiteX26" fmla="*/ 0 w 9144000"/>
              <a:gd name="connsiteY26" fmla="*/ 0 h 3282950"/>
              <a:gd name="connsiteX27" fmla="*/ 9144000 w 9144000"/>
              <a:gd name="connsiteY27" fmla="*/ 0 h 3282950"/>
              <a:gd name="connsiteX28" fmla="*/ 9144000 w 9144000"/>
              <a:gd name="connsiteY28" fmla="*/ 3282950 h 3282950"/>
              <a:gd name="connsiteX29" fmla="*/ 6537139 w 9144000"/>
              <a:gd name="connsiteY29" fmla="*/ 3282950 h 3282950"/>
              <a:gd name="connsiteX30" fmla="*/ 6994964 w 9144000"/>
              <a:gd name="connsiteY30" fmla="*/ 2447603 h 3282950"/>
              <a:gd name="connsiteX31" fmla="*/ 0 w 9144000"/>
              <a:gd name="connsiteY31" fmla="*/ 2447603 h 328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44000" h="3282950">
                <a:moveTo>
                  <a:pt x="653749" y="573726"/>
                </a:moveTo>
                <a:lnTo>
                  <a:pt x="457200" y="662929"/>
                </a:lnTo>
                <a:lnTo>
                  <a:pt x="457200" y="1003131"/>
                </a:lnTo>
                <a:cubicBezTo>
                  <a:pt x="457200" y="1067957"/>
                  <a:pt x="497682" y="1111620"/>
                  <a:pt x="557872" y="1111620"/>
                </a:cubicBezTo>
                <a:cubicBezTo>
                  <a:pt x="616996" y="1111352"/>
                  <a:pt x="653749" y="1067421"/>
                  <a:pt x="653749" y="992951"/>
                </a:cubicBezTo>
                <a:close/>
                <a:moveTo>
                  <a:pt x="740039" y="534884"/>
                </a:moveTo>
                <a:lnTo>
                  <a:pt x="695296" y="556314"/>
                </a:lnTo>
                <a:lnTo>
                  <a:pt x="695296" y="980897"/>
                </a:lnTo>
                <a:cubicBezTo>
                  <a:pt x="695296" y="1095548"/>
                  <a:pt x="646825" y="1138944"/>
                  <a:pt x="567459" y="1138944"/>
                </a:cubicBezTo>
                <a:cubicBezTo>
                  <a:pt x="547751" y="1138944"/>
                  <a:pt x="524847" y="1134390"/>
                  <a:pt x="500345" y="1126889"/>
                </a:cubicBezTo>
                <a:cubicBezTo>
                  <a:pt x="529108" y="1148855"/>
                  <a:pt x="562399" y="1161177"/>
                  <a:pt x="597554" y="1161177"/>
                </a:cubicBezTo>
                <a:cubicBezTo>
                  <a:pt x="681447" y="1161177"/>
                  <a:pt x="740039" y="1102780"/>
                  <a:pt x="740039" y="974200"/>
                </a:cubicBezTo>
                <a:close/>
                <a:moveTo>
                  <a:pt x="827927" y="496310"/>
                </a:moveTo>
                <a:lnTo>
                  <a:pt x="782652" y="517740"/>
                </a:lnTo>
                <a:lnTo>
                  <a:pt x="782652" y="978486"/>
                </a:lnTo>
                <a:cubicBezTo>
                  <a:pt x="782652" y="1123675"/>
                  <a:pt x="714472" y="1187965"/>
                  <a:pt x="612735" y="1187965"/>
                </a:cubicBezTo>
                <a:cubicBezTo>
                  <a:pt x="588233" y="1187965"/>
                  <a:pt x="560269" y="1181804"/>
                  <a:pt x="532304" y="1172428"/>
                </a:cubicBezTo>
                <a:cubicBezTo>
                  <a:pt x="565861" y="1197073"/>
                  <a:pt x="605811" y="1212074"/>
                  <a:pt x="644694" y="1212074"/>
                </a:cubicBezTo>
                <a:cubicBezTo>
                  <a:pt x="751225" y="1212074"/>
                  <a:pt x="827927" y="1134390"/>
                  <a:pt x="827927" y="982236"/>
                </a:cubicBezTo>
                <a:close/>
                <a:moveTo>
                  <a:pt x="917413" y="457200"/>
                </a:moveTo>
                <a:lnTo>
                  <a:pt x="871072" y="479166"/>
                </a:lnTo>
                <a:lnTo>
                  <a:pt x="871072" y="980093"/>
                </a:lnTo>
                <a:cubicBezTo>
                  <a:pt x="871072" y="1148319"/>
                  <a:pt x="786647" y="1236718"/>
                  <a:pt x="665468" y="1236718"/>
                </a:cubicBezTo>
                <a:cubicBezTo>
                  <a:pt x="636971" y="1236718"/>
                  <a:pt x="610338" y="1231896"/>
                  <a:pt x="585037" y="1223324"/>
                </a:cubicBezTo>
                <a:cubicBezTo>
                  <a:pt x="620991" y="1246897"/>
                  <a:pt x="661739" y="1260291"/>
                  <a:pt x="704884" y="1260023"/>
                </a:cubicBezTo>
                <a:cubicBezTo>
                  <a:pt x="829525" y="1260023"/>
                  <a:pt x="917413" y="1160374"/>
                  <a:pt x="917413" y="988933"/>
                </a:cubicBezTo>
                <a:close/>
                <a:moveTo>
                  <a:pt x="0" y="0"/>
                </a:moveTo>
                <a:lnTo>
                  <a:pt x="9144000" y="0"/>
                </a:lnTo>
                <a:lnTo>
                  <a:pt x="9144000" y="3282950"/>
                </a:lnTo>
                <a:lnTo>
                  <a:pt x="6537139" y="3282950"/>
                </a:lnTo>
                <a:lnTo>
                  <a:pt x="6994964" y="2447603"/>
                </a:lnTo>
                <a:lnTo>
                  <a:pt x="0" y="2447603"/>
                </a:lnTo>
                <a:close/>
              </a:path>
            </a:pathLst>
          </a:custGeom>
          <a:solidFill>
            <a:schemeClr val="tx2"/>
          </a:solidFill>
        </p:spPr>
        <p:txBody>
          <a:bodyPr wrap="square" anchor="ctr">
            <a:noAutofit/>
          </a:bodyPr>
          <a:lstStyle>
            <a:lvl1pPr marL="0" indent="0" algn="ctr">
              <a:buNone/>
              <a:defRPr/>
            </a:lvl1pPr>
          </a:lstStyle>
          <a:p>
            <a:endParaRPr lang="en-US" dirty="0"/>
          </a:p>
        </p:txBody>
      </p:sp>
      <p:sp>
        <p:nvSpPr>
          <p:cNvPr id="16" name="Freeform 15">
            <a:extLst>
              <a:ext uri="{FF2B5EF4-FFF2-40B4-BE49-F238E27FC236}">
                <a16:creationId xmlns:a16="http://schemas.microsoft.com/office/drawing/2014/main" id="{9C58A3EB-27BC-514E-9F05-03E18670B808}"/>
              </a:ext>
            </a:extLst>
          </p:cNvPr>
          <p:cNvSpPr/>
          <p:nvPr userDrawn="1"/>
        </p:nvSpPr>
        <p:spPr>
          <a:xfrm>
            <a:off x="-23990" y="3258246"/>
            <a:ext cx="9365059" cy="1875421"/>
          </a:xfrm>
          <a:custGeom>
            <a:avLst/>
            <a:gdLst>
              <a:gd name="connsiteX0" fmla="*/ 0 w 7023794"/>
              <a:gd name="connsiteY0" fmla="*/ 0 h 1406566"/>
              <a:gd name="connsiteX1" fmla="*/ 7023794 w 7023794"/>
              <a:gd name="connsiteY1" fmla="*/ 0 h 1406566"/>
              <a:gd name="connsiteX2" fmla="*/ 6252903 w 7023794"/>
              <a:gd name="connsiteY2" fmla="*/ 1406566 h 1406566"/>
              <a:gd name="connsiteX3" fmla="*/ 0 w 7023794"/>
              <a:gd name="connsiteY3" fmla="*/ 1406566 h 1406566"/>
            </a:gdLst>
            <a:ahLst/>
            <a:cxnLst>
              <a:cxn ang="0">
                <a:pos x="connsiteX0" y="connsiteY0"/>
              </a:cxn>
              <a:cxn ang="0">
                <a:pos x="connsiteX1" y="connsiteY1"/>
              </a:cxn>
              <a:cxn ang="0">
                <a:pos x="connsiteX2" y="connsiteY2"/>
              </a:cxn>
              <a:cxn ang="0">
                <a:pos x="connsiteX3" y="connsiteY3"/>
              </a:cxn>
            </a:cxnLst>
            <a:rect l="l" t="t" r="r" b="b"/>
            <a:pathLst>
              <a:path w="7023794" h="1406566">
                <a:moveTo>
                  <a:pt x="0" y="0"/>
                </a:moveTo>
                <a:lnTo>
                  <a:pt x="7023794" y="0"/>
                </a:lnTo>
                <a:lnTo>
                  <a:pt x="6252903" y="1406566"/>
                </a:lnTo>
                <a:lnTo>
                  <a:pt x="0" y="140656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2" name="Title 1">
            <a:extLst>
              <a:ext uri="{FF2B5EF4-FFF2-40B4-BE49-F238E27FC236}">
                <a16:creationId xmlns:a16="http://schemas.microsoft.com/office/drawing/2014/main" id="{6E65152D-294A-CB4D-A24A-4F357E1ABC0D}"/>
              </a:ext>
            </a:extLst>
          </p:cNvPr>
          <p:cNvSpPr>
            <a:spLocks noGrp="1"/>
          </p:cNvSpPr>
          <p:nvPr>
            <p:ph type="ctrTitle" hasCustomPrompt="1"/>
          </p:nvPr>
        </p:nvSpPr>
        <p:spPr>
          <a:xfrm>
            <a:off x="525381" y="3245931"/>
            <a:ext cx="7891553" cy="1850224"/>
          </a:xfrm>
        </p:spPr>
        <p:txBody>
          <a:bodyPr rIns="0" anchor="ctr" anchorCtr="0">
            <a:noAutofit/>
          </a:bodyPr>
          <a:lstStyle>
            <a:lvl1pPr algn="l">
              <a:lnSpc>
                <a:spcPct val="100000"/>
              </a:lnSpc>
              <a:defRPr sz="4267" spc="0" baseline="0">
                <a:solidFill>
                  <a:schemeClr val="bg1"/>
                </a:solidFill>
              </a:defRPr>
            </a:lvl1pPr>
          </a:lstStyle>
          <a:p>
            <a:r>
              <a:rPr lang="en-US" dirty="0"/>
              <a:t>Two-line title slide with dark photo</a:t>
            </a:r>
          </a:p>
        </p:txBody>
      </p:sp>
      <p:sp>
        <p:nvSpPr>
          <p:cNvPr id="3" name="Subtitle 2">
            <a:extLst>
              <a:ext uri="{FF2B5EF4-FFF2-40B4-BE49-F238E27FC236}">
                <a16:creationId xmlns:a16="http://schemas.microsoft.com/office/drawing/2014/main" id="{C4BACBDA-5A3D-3241-B917-E2149A7F0899}"/>
              </a:ext>
            </a:extLst>
          </p:cNvPr>
          <p:cNvSpPr>
            <a:spLocks noGrp="1"/>
          </p:cNvSpPr>
          <p:nvPr>
            <p:ph type="subTitle" idx="1"/>
          </p:nvPr>
        </p:nvSpPr>
        <p:spPr>
          <a:xfrm>
            <a:off x="513809" y="5223519"/>
            <a:ext cx="7891553" cy="428635"/>
          </a:xfrm>
        </p:spPr>
        <p:txBody>
          <a:bodyPr rIns="0">
            <a:noAutofit/>
          </a:bodyPr>
          <a:lstStyle>
            <a:lvl1pPr marL="0" indent="0" algn="l">
              <a:buNone/>
              <a:defRPr sz="1867">
                <a:solidFill>
                  <a:schemeClr val="accen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11" name="Rectangle 10">
            <a:extLst>
              <a:ext uri="{FF2B5EF4-FFF2-40B4-BE49-F238E27FC236}">
                <a16:creationId xmlns:a16="http://schemas.microsoft.com/office/drawing/2014/main" id="{93B11AB8-EAC3-A64E-8232-B09EC712489C}"/>
              </a:ext>
            </a:extLst>
          </p:cNvPr>
          <p:cNvSpPr/>
          <p:nvPr userDrawn="1"/>
        </p:nvSpPr>
        <p:spPr>
          <a:xfrm>
            <a:off x="432261" y="6138955"/>
            <a:ext cx="11150140" cy="536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0" name="Rectangle 9">
            <a:extLst>
              <a:ext uri="{FF2B5EF4-FFF2-40B4-BE49-F238E27FC236}">
                <a16:creationId xmlns:a16="http://schemas.microsoft.com/office/drawing/2014/main" id="{C6B4250A-775D-EF48-A209-44384C0A5ECC}"/>
              </a:ext>
            </a:extLst>
          </p:cNvPr>
          <p:cNvSpPr/>
          <p:nvPr userDrawn="1"/>
        </p:nvSpPr>
        <p:spPr>
          <a:xfrm>
            <a:off x="7655698" y="6321552"/>
            <a:ext cx="3926703" cy="536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3" name="Text Placeholder 4">
            <a:extLst>
              <a:ext uri="{FF2B5EF4-FFF2-40B4-BE49-F238E27FC236}">
                <a16:creationId xmlns:a16="http://schemas.microsoft.com/office/drawing/2014/main" id="{85C6AF34-C5F3-3E4D-AACD-6675E86ABE66}"/>
              </a:ext>
            </a:extLst>
          </p:cNvPr>
          <p:cNvSpPr>
            <a:spLocks noGrp="1"/>
          </p:cNvSpPr>
          <p:nvPr>
            <p:ph type="body" sz="quarter" idx="12"/>
          </p:nvPr>
        </p:nvSpPr>
        <p:spPr>
          <a:xfrm>
            <a:off x="511451" y="6050870"/>
            <a:ext cx="3009900" cy="270245"/>
          </a:xfrm>
        </p:spPr>
        <p:txBody>
          <a:bodyPr/>
          <a:lstStyle>
            <a:lvl1pPr marL="0" indent="0">
              <a:buNone/>
              <a:defRPr sz="1333" b="0"/>
            </a:lvl1pPr>
            <a:lvl2pPr marL="118530" indent="0">
              <a:buNone/>
              <a:defRPr/>
            </a:lvl2pPr>
          </a:lstStyle>
          <a:p>
            <a:pPr lvl="0"/>
            <a:r>
              <a:rPr lang="en-US" dirty="0"/>
              <a:t>Click to edit</a:t>
            </a:r>
          </a:p>
        </p:txBody>
      </p:sp>
      <p:pic>
        <p:nvPicPr>
          <p:cNvPr id="14" name="Graphic 13">
            <a:extLst>
              <a:ext uri="{FF2B5EF4-FFF2-40B4-BE49-F238E27FC236}">
                <a16:creationId xmlns:a16="http://schemas.microsoft.com/office/drawing/2014/main" id="{DE6A6D4B-7353-2443-9BEA-DB71B7863D8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080123" y="5709272"/>
            <a:ext cx="1549224" cy="536448"/>
          </a:xfrm>
          <a:prstGeom prst="rect">
            <a:avLst/>
          </a:prstGeom>
        </p:spPr>
      </p:pic>
    </p:spTree>
    <p:extLst>
      <p:ext uri="{BB962C8B-B14F-4D97-AF65-F5344CB8AC3E}">
        <p14:creationId xmlns:p14="http://schemas.microsoft.com/office/powerpoint/2010/main" val="2087585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5152D-294A-CB4D-A24A-4F357E1ABC0D}"/>
              </a:ext>
            </a:extLst>
          </p:cNvPr>
          <p:cNvSpPr>
            <a:spLocks noGrp="1"/>
          </p:cNvSpPr>
          <p:nvPr>
            <p:ph type="ctrTitle" hasCustomPrompt="1"/>
          </p:nvPr>
        </p:nvSpPr>
        <p:spPr>
          <a:xfrm>
            <a:off x="1906762" y="2781836"/>
            <a:ext cx="8303340" cy="1796889"/>
          </a:xfrm>
        </p:spPr>
        <p:txBody>
          <a:bodyPr anchor="ctr">
            <a:noAutofit/>
          </a:bodyPr>
          <a:lstStyle>
            <a:lvl1pPr algn="l">
              <a:defRPr sz="5067" spc="0" baseline="0">
                <a:solidFill>
                  <a:schemeClr val="bg1"/>
                </a:solidFill>
              </a:defRPr>
            </a:lvl1pPr>
          </a:lstStyle>
          <a:p>
            <a:r>
              <a:rPr lang="en-US" dirty="0"/>
              <a:t>Section title</a:t>
            </a:r>
          </a:p>
        </p:txBody>
      </p:sp>
      <p:sp>
        <p:nvSpPr>
          <p:cNvPr id="16" name="Graphic 8">
            <a:extLst>
              <a:ext uri="{FF2B5EF4-FFF2-40B4-BE49-F238E27FC236}">
                <a16:creationId xmlns:a16="http://schemas.microsoft.com/office/drawing/2014/main" id="{91B53ED4-67C3-2545-961B-C7D8D4E0696B}"/>
              </a:ext>
            </a:extLst>
          </p:cNvPr>
          <p:cNvSpPr/>
          <p:nvPr/>
        </p:nvSpPr>
        <p:spPr>
          <a:xfrm>
            <a:off x="609601" y="609601"/>
            <a:ext cx="613617" cy="1070436"/>
          </a:xfrm>
          <a:custGeom>
            <a:avLst/>
            <a:gdLst>
              <a:gd name="connsiteX0" fmla="*/ 127837 w 460213"/>
              <a:gd name="connsiteY0" fmla="*/ 766124 h 802827"/>
              <a:gd name="connsiteX1" fmla="*/ 127837 w 460213"/>
              <a:gd name="connsiteY1" fmla="*/ 766124 h 802827"/>
              <a:gd name="connsiteX2" fmla="*/ 208268 w 460213"/>
              <a:gd name="connsiteY2" fmla="*/ 779518 h 802827"/>
              <a:gd name="connsiteX3" fmla="*/ 413872 w 460213"/>
              <a:gd name="connsiteY3" fmla="*/ 522893 h 802827"/>
              <a:gd name="connsiteX4" fmla="*/ 413872 w 460213"/>
              <a:gd name="connsiteY4" fmla="*/ 21966 h 802827"/>
              <a:gd name="connsiteX5" fmla="*/ 460213 w 460213"/>
              <a:gd name="connsiteY5" fmla="*/ 0 h 802827"/>
              <a:gd name="connsiteX6" fmla="*/ 460213 w 460213"/>
              <a:gd name="connsiteY6" fmla="*/ 531733 h 802827"/>
              <a:gd name="connsiteX7" fmla="*/ 247684 w 460213"/>
              <a:gd name="connsiteY7" fmla="*/ 802823 h 802827"/>
              <a:gd name="connsiteX8" fmla="*/ 127837 w 460213"/>
              <a:gd name="connsiteY8" fmla="*/ 766124 h 802827"/>
              <a:gd name="connsiteX9" fmla="*/ 75104 w 460213"/>
              <a:gd name="connsiteY9" fmla="*/ 715228 h 802827"/>
              <a:gd name="connsiteX10" fmla="*/ 75104 w 460213"/>
              <a:gd name="connsiteY10" fmla="*/ 715228 h 802827"/>
              <a:gd name="connsiteX11" fmla="*/ 155535 w 460213"/>
              <a:gd name="connsiteY11" fmla="*/ 730765 h 802827"/>
              <a:gd name="connsiteX12" fmla="*/ 325452 w 460213"/>
              <a:gd name="connsiteY12" fmla="*/ 521286 h 802827"/>
              <a:gd name="connsiteX13" fmla="*/ 325452 w 460213"/>
              <a:gd name="connsiteY13" fmla="*/ 60540 h 802827"/>
              <a:gd name="connsiteX14" fmla="*/ 370727 w 460213"/>
              <a:gd name="connsiteY14" fmla="*/ 39110 h 802827"/>
              <a:gd name="connsiteX15" fmla="*/ 370727 w 460213"/>
              <a:gd name="connsiteY15" fmla="*/ 525036 h 802827"/>
              <a:gd name="connsiteX16" fmla="*/ 187494 w 460213"/>
              <a:gd name="connsiteY16" fmla="*/ 754874 h 802827"/>
              <a:gd name="connsiteX17" fmla="*/ 75104 w 460213"/>
              <a:gd name="connsiteY17" fmla="*/ 715228 h 802827"/>
              <a:gd name="connsiteX18" fmla="*/ 43145 w 460213"/>
              <a:gd name="connsiteY18" fmla="*/ 669689 h 802827"/>
              <a:gd name="connsiteX19" fmla="*/ 43145 w 460213"/>
              <a:gd name="connsiteY19" fmla="*/ 669689 h 802827"/>
              <a:gd name="connsiteX20" fmla="*/ 110259 w 460213"/>
              <a:gd name="connsiteY20" fmla="*/ 681744 h 802827"/>
              <a:gd name="connsiteX21" fmla="*/ 238096 w 460213"/>
              <a:gd name="connsiteY21" fmla="*/ 523697 h 802827"/>
              <a:gd name="connsiteX22" fmla="*/ 238096 w 460213"/>
              <a:gd name="connsiteY22" fmla="*/ 99114 h 802827"/>
              <a:gd name="connsiteX23" fmla="*/ 282839 w 460213"/>
              <a:gd name="connsiteY23" fmla="*/ 77684 h 802827"/>
              <a:gd name="connsiteX24" fmla="*/ 282839 w 460213"/>
              <a:gd name="connsiteY24" fmla="*/ 517000 h 802827"/>
              <a:gd name="connsiteX25" fmla="*/ 140354 w 460213"/>
              <a:gd name="connsiteY25" fmla="*/ 703977 h 802827"/>
              <a:gd name="connsiteX26" fmla="*/ 43145 w 460213"/>
              <a:gd name="connsiteY26" fmla="*/ 669689 h 802827"/>
              <a:gd name="connsiteX27" fmla="*/ 196549 w 460213"/>
              <a:gd name="connsiteY27" fmla="*/ 535751 h 802827"/>
              <a:gd name="connsiteX28" fmla="*/ 196549 w 460213"/>
              <a:gd name="connsiteY28" fmla="*/ 116526 h 802827"/>
              <a:gd name="connsiteX29" fmla="*/ 0 w 460213"/>
              <a:gd name="connsiteY29" fmla="*/ 205729 h 802827"/>
              <a:gd name="connsiteX30" fmla="*/ 0 w 460213"/>
              <a:gd name="connsiteY30" fmla="*/ 545931 h 802827"/>
              <a:gd name="connsiteX31" fmla="*/ 100672 w 460213"/>
              <a:gd name="connsiteY31" fmla="*/ 654420 h 802827"/>
              <a:gd name="connsiteX32" fmla="*/ 196549 w 460213"/>
              <a:gd name="connsiteY32" fmla="*/ 535751 h 802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0213" h="802827">
                <a:moveTo>
                  <a:pt x="127837" y="766124"/>
                </a:moveTo>
                <a:lnTo>
                  <a:pt x="127837" y="766124"/>
                </a:lnTo>
                <a:cubicBezTo>
                  <a:pt x="153138" y="774696"/>
                  <a:pt x="179771" y="779518"/>
                  <a:pt x="208268" y="779518"/>
                </a:cubicBezTo>
                <a:cubicBezTo>
                  <a:pt x="329447" y="779518"/>
                  <a:pt x="413872" y="691119"/>
                  <a:pt x="413872" y="522893"/>
                </a:cubicBezTo>
                <a:lnTo>
                  <a:pt x="413872" y="21966"/>
                </a:lnTo>
                <a:lnTo>
                  <a:pt x="460213" y="0"/>
                </a:lnTo>
                <a:lnTo>
                  <a:pt x="460213" y="531733"/>
                </a:lnTo>
                <a:cubicBezTo>
                  <a:pt x="460213" y="703174"/>
                  <a:pt x="372325" y="802823"/>
                  <a:pt x="247684" y="802823"/>
                </a:cubicBezTo>
                <a:cubicBezTo>
                  <a:pt x="204539" y="803091"/>
                  <a:pt x="163791" y="789697"/>
                  <a:pt x="127837" y="766124"/>
                </a:cubicBezTo>
                <a:close/>
                <a:moveTo>
                  <a:pt x="75104" y="715228"/>
                </a:moveTo>
                <a:lnTo>
                  <a:pt x="75104" y="715228"/>
                </a:lnTo>
                <a:cubicBezTo>
                  <a:pt x="103069" y="724604"/>
                  <a:pt x="131033" y="730765"/>
                  <a:pt x="155535" y="730765"/>
                </a:cubicBezTo>
                <a:cubicBezTo>
                  <a:pt x="257272" y="730765"/>
                  <a:pt x="325452" y="666475"/>
                  <a:pt x="325452" y="521286"/>
                </a:cubicBezTo>
                <a:lnTo>
                  <a:pt x="325452" y="60540"/>
                </a:lnTo>
                <a:lnTo>
                  <a:pt x="370727" y="39110"/>
                </a:lnTo>
                <a:lnTo>
                  <a:pt x="370727" y="525036"/>
                </a:lnTo>
                <a:cubicBezTo>
                  <a:pt x="370727" y="677190"/>
                  <a:pt x="294025" y="754874"/>
                  <a:pt x="187494" y="754874"/>
                </a:cubicBezTo>
                <a:cubicBezTo>
                  <a:pt x="148611" y="754874"/>
                  <a:pt x="108661" y="739873"/>
                  <a:pt x="75104" y="715228"/>
                </a:cubicBezTo>
                <a:close/>
                <a:moveTo>
                  <a:pt x="43145" y="669689"/>
                </a:moveTo>
                <a:lnTo>
                  <a:pt x="43145" y="669689"/>
                </a:lnTo>
                <a:cubicBezTo>
                  <a:pt x="67647" y="677190"/>
                  <a:pt x="90551" y="681744"/>
                  <a:pt x="110259" y="681744"/>
                </a:cubicBezTo>
                <a:cubicBezTo>
                  <a:pt x="189625" y="681744"/>
                  <a:pt x="238096" y="638348"/>
                  <a:pt x="238096" y="523697"/>
                </a:cubicBezTo>
                <a:lnTo>
                  <a:pt x="238096" y="99114"/>
                </a:lnTo>
                <a:lnTo>
                  <a:pt x="282839" y="77684"/>
                </a:lnTo>
                <a:lnTo>
                  <a:pt x="282839" y="517000"/>
                </a:lnTo>
                <a:cubicBezTo>
                  <a:pt x="282839" y="645580"/>
                  <a:pt x="224247" y="703977"/>
                  <a:pt x="140354" y="703977"/>
                </a:cubicBezTo>
                <a:cubicBezTo>
                  <a:pt x="105199" y="703977"/>
                  <a:pt x="71908" y="691655"/>
                  <a:pt x="43145" y="669689"/>
                </a:cubicBezTo>
                <a:close/>
                <a:moveTo>
                  <a:pt x="196549" y="535751"/>
                </a:moveTo>
                <a:lnTo>
                  <a:pt x="196549" y="116526"/>
                </a:lnTo>
                <a:lnTo>
                  <a:pt x="0" y="205729"/>
                </a:lnTo>
                <a:lnTo>
                  <a:pt x="0" y="545931"/>
                </a:lnTo>
                <a:cubicBezTo>
                  <a:pt x="0" y="610757"/>
                  <a:pt x="40482" y="654420"/>
                  <a:pt x="100672" y="654420"/>
                </a:cubicBezTo>
                <a:cubicBezTo>
                  <a:pt x="159796" y="654152"/>
                  <a:pt x="196549" y="610221"/>
                  <a:pt x="196549" y="535751"/>
                </a:cubicBezTo>
                <a:close/>
              </a:path>
            </a:pathLst>
          </a:custGeom>
          <a:solidFill>
            <a:schemeClr val="bg1"/>
          </a:solidFill>
          <a:ln w="2643" cap="flat">
            <a:noFill/>
            <a:prstDash val="solid"/>
            <a:miter/>
          </a:ln>
        </p:spPr>
        <p:txBody>
          <a:bodyPr rtlCol="0" anchor="ctr"/>
          <a:lstStyle/>
          <a:p>
            <a:endParaRPr lang="en-US" sz="2400" dirty="0"/>
          </a:p>
        </p:txBody>
      </p:sp>
    </p:spTree>
    <p:extLst>
      <p:ext uri="{BB962C8B-B14F-4D97-AF65-F5344CB8AC3E}">
        <p14:creationId xmlns:p14="http://schemas.microsoft.com/office/powerpoint/2010/main" val="1432662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white">
    <p:bg>
      <p:bgPr>
        <a:solidFill>
          <a:schemeClr val="bg1"/>
        </a:solidFill>
        <a:effectLst/>
      </p:bgPr>
    </p:bg>
    <p:spTree>
      <p:nvGrpSpPr>
        <p:cNvPr id="1" name=""/>
        <p:cNvGrpSpPr/>
        <p:nvPr/>
      </p:nvGrpSpPr>
      <p:grpSpPr>
        <a:xfrm>
          <a:off x="0" y="0"/>
          <a:ext cx="0" cy="0"/>
          <a:chOff x="0" y="0"/>
          <a:chExt cx="0" cy="0"/>
        </a:xfrm>
      </p:grpSpPr>
      <p:sp>
        <p:nvSpPr>
          <p:cNvPr id="16" name="Graphic 8">
            <a:extLst>
              <a:ext uri="{FF2B5EF4-FFF2-40B4-BE49-F238E27FC236}">
                <a16:creationId xmlns:a16="http://schemas.microsoft.com/office/drawing/2014/main" id="{91B53ED4-67C3-2545-961B-C7D8D4E0696B}"/>
              </a:ext>
            </a:extLst>
          </p:cNvPr>
          <p:cNvSpPr/>
          <p:nvPr/>
        </p:nvSpPr>
        <p:spPr>
          <a:xfrm>
            <a:off x="609601" y="609601"/>
            <a:ext cx="613617" cy="1070436"/>
          </a:xfrm>
          <a:custGeom>
            <a:avLst/>
            <a:gdLst>
              <a:gd name="connsiteX0" fmla="*/ 127837 w 460213"/>
              <a:gd name="connsiteY0" fmla="*/ 766124 h 802827"/>
              <a:gd name="connsiteX1" fmla="*/ 127837 w 460213"/>
              <a:gd name="connsiteY1" fmla="*/ 766124 h 802827"/>
              <a:gd name="connsiteX2" fmla="*/ 208268 w 460213"/>
              <a:gd name="connsiteY2" fmla="*/ 779518 h 802827"/>
              <a:gd name="connsiteX3" fmla="*/ 413872 w 460213"/>
              <a:gd name="connsiteY3" fmla="*/ 522893 h 802827"/>
              <a:gd name="connsiteX4" fmla="*/ 413872 w 460213"/>
              <a:gd name="connsiteY4" fmla="*/ 21966 h 802827"/>
              <a:gd name="connsiteX5" fmla="*/ 460213 w 460213"/>
              <a:gd name="connsiteY5" fmla="*/ 0 h 802827"/>
              <a:gd name="connsiteX6" fmla="*/ 460213 w 460213"/>
              <a:gd name="connsiteY6" fmla="*/ 531733 h 802827"/>
              <a:gd name="connsiteX7" fmla="*/ 247684 w 460213"/>
              <a:gd name="connsiteY7" fmla="*/ 802823 h 802827"/>
              <a:gd name="connsiteX8" fmla="*/ 127837 w 460213"/>
              <a:gd name="connsiteY8" fmla="*/ 766124 h 802827"/>
              <a:gd name="connsiteX9" fmla="*/ 75104 w 460213"/>
              <a:gd name="connsiteY9" fmla="*/ 715228 h 802827"/>
              <a:gd name="connsiteX10" fmla="*/ 75104 w 460213"/>
              <a:gd name="connsiteY10" fmla="*/ 715228 h 802827"/>
              <a:gd name="connsiteX11" fmla="*/ 155535 w 460213"/>
              <a:gd name="connsiteY11" fmla="*/ 730765 h 802827"/>
              <a:gd name="connsiteX12" fmla="*/ 325452 w 460213"/>
              <a:gd name="connsiteY12" fmla="*/ 521286 h 802827"/>
              <a:gd name="connsiteX13" fmla="*/ 325452 w 460213"/>
              <a:gd name="connsiteY13" fmla="*/ 60540 h 802827"/>
              <a:gd name="connsiteX14" fmla="*/ 370727 w 460213"/>
              <a:gd name="connsiteY14" fmla="*/ 39110 h 802827"/>
              <a:gd name="connsiteX15" fmla="*/ 370727 w 460213"/>
              <a:gd name="connsiteY15" fmla="*/ 525036 h 802827"/>
              <a:gd name="connsiteX16" fmla="*/ 187494 w 460213"/>
              <a:gd name="connsiteY16" fmla="*/ 754874 h 802827"/>
              <a:gd name="connsiteX17" fmla="*/ 75104 w 460213"/>
              <a:gd name="connsiteY17" fmla="*/ 715228 h 802827"/>
              <a:gd name="connsiteX18" fmla="*/ 43145 w 460213"/>
              <a:gd name="connsiteY18" fmla="*/ 669689 h 802827"/>
              <a:gd name="connsiteX19" fmla="*/ 43145 w 460213"/>
              <a:gd name="connsiteY19" fmla="*/ 669689 h 802827"/>
              <a:gd name="connsiteX20" fmla="*/ 110259 w 460213"/>
              <a:gd name="connsiteY20" fmla="*/ 681744 h 802827"/>
              <a:gd name="connsiteX21" fmla="*/ 238096 w 460213"/>
              <a:gd name="connsiteY21" fmla="*/ 523697 h 802827"/>
              <a:gd name="connsiteX22" fmla="*/ 238096 w 460213"/>
              <a:gd name="connsiteY22" fmla="*/ 99114 h 802827"/>
              <a:gd name="connsiteX23" fmla="*/ 282839 w 460213"/>
              <a:gd name="connsiteY23" fmla="*/ 77684 h 802827"/>
              <a:gd name="connsiteX24" fmla="*/ 282839 w 460213"/>
              <a:gd name="connsiteY24" fmla="*/ 517000 h 802827"/>
              <a:gd name="connsiteX25" fmla="*/ 140354 w 460213"/>
              <a:gd name="connsiteY25" fmla="*/ 703977 h 802827"/>
              <a:gd name="connsiteX26" fmla="*/ 43145 w 460213"/>
              <a:gd name="connsiteY26" fmla="*/ 669689 h 802827"/>
              <a:gd name="connsiteX27" fmla="*/ 196549 w 460213"/>
              <a:gd name="connsiteY27" fmla="*/ 535751 h 802827"/>
              <a:gd name="connsiteX28" fmla="*/ 196549 w 460213"/>
              <a:gd name="connsiteY28" fmla="*/ 116526 h 802827"/>
              <a:gd name="connsiteX29" fmla="*/ 0 w 460213"/>
              <a:gd name="connsiteY29" fmla="*/ 205729 h 802827"/>
              <a:gd name="connsiteX30" fmla="*/ 0 w 460213"/>
              <a:gd name="connsiteY30" fmla="*/ 545931 h 802827"/>
              <a:gd name="connsiteX31" fmla="*/ 100672 w 460213"/>
              <a:gd name="connsiteY31" fmla="*/ 654420 h 802827"/>
              <a:gd name="connsiteX32" fmla="*/ 196549 w 460213"/>
              <a:gd name="connsiteY32" fmla="*/ 535751 h 802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0213" h="802827">
                <a:moveTo>
                  <a:pt x="127837" y="766124"/>
                </a:moveTo>
                <a:lnTo>
                  <a:pt x="127837" y="766124"/>
                </a:lnTo>
                <a:cubicBezTo>
                  <a:pt x="153138" y="774696"/>
                  <a:pt x="179771" y="779518"/>
                  <a:pt x="208268" y="779518"/>
                </a:cubicBezTo>
                <a:cubicBezTo>
                  <a:pt x="329447" y="779518"/>
                  <a:pt x="413872" y="691119"/>
                  <a:pt x="413872" y="522893"/>
                </a:cubicBezTo>
                <a:lnTo>
                  <a:pt x="413872" y="21966"/>
                </a:lnTo>
                <a:lnTo>
                  <a:pt x="460213" y="0"/>
                </a:lnTo>
                <a:lnTo>
                  <a:pt x="460213" y="531733"/>
                </a:lnTo>
                <a:cubicBezTo>
                  <a:pt x="460213" y="703174"/>
                  <a:pt x="372325" y="802823"/>
                  <a:pt x="247684" y="802823"/>
                </a:cubicBezTo>
                <a:cubicBezTo>
                  <a:pt x="204539" y="803091"/>
                  <a:pt x="163791" y="789697"/>
                  <a:pt x="127837" y="766124"/>
                </a:cubicBezTo>
                <a:close/>
                <a:moveTo>
                  <a:pt x="75104" y="715228"/>
                </a:moveTo>
                <a:lnTo>
                  <a:pt x="75104" y="715228"/>
                </a:lnTo>
                <a:cubicBezTo>
                  <a:pt x="103069" y="724604"/>
                  <a:pt x="131033" y="730765"/>
                  <a:pt x="155535" y="730765"/>
                </a:cubicBezTo>
                <a:cubicBezTo>
                  <a:pt x="257272" y="730765"/>
                  <a:pt x="325452" y="666475"/>
                  <a:pt x="325452" y="521286"/>
                </a:cubicBezTo>
                <a:lnTo>
                  <a:pt x="325452" y="60540"/>
                </a:lnTo>
                <a:lnTo>
                  <a:pt x="370727" y="39110"/>
                </a:lnTo>
                <a:lnTo>
                  <a:pt x="370727" y="525036"/>
                </a:lnTo>
                <a:cubicBezTo>
                  <a:pt x="370727" y="677190"/>
                  <a:pt x="294025" y="754874"/>
                  <a:pt x="187494" y="754874"/>
                </a:cubicBezTo>
                <a:cubicBezTo>
                  <a:pt x="148611" y="754874"/>
                  <a:pt x="108661" y="739873"/>
                  <a:pt x="75104" y="715228"/>
                </a:cubicBezTo>
                <a:close/>
                <a:moveTo>
                  <a:pt x="43145" y="669689"/>
                </a:moveTo>
                <a:lnTo>
                  <a:pt x="43145" y="669689"/>
                </a:lnTo>
                <a:cubicBezTo>
                  <a:pt x="67647" y="677190"/>
                  <a:pt x="90551" y="681744"/>
                  <a:pt x="110259" y="681744"/>
                </a:cubicBezTo>
                <a:cubicBezTo>
                  <a:pt x="189625" y="681744"/>
                  <a:pt x="238096" y="638348"/>
                  <a:pt x="238096" y="523697"/>
                </a:cubicBezTo>
                <a:lnTo>
                  <a:pt x="238096" y="99114"/>
                </a:lnTo>
                <a:lnTo>
                  <a:pt x="282839" y="77684"/>
                </a:lnTo>
                <a:lnTo>
                  <a:pt x="282839" y="517000"/>
                </a:lnTo>
                <a:cubicBezTo>
                  <a:pt x="282839" y="645580"/>
                  <a:pt x="224247" y="703977"/>
                  <a:pt x="140354" y="703977"/>
                </a:cubicBezTo>
                <a:cubicBezTo>
                  <a:pt x="105199" y="703977"/>
                  <a:pt x="71908" y="691655"/>
                  <a:pt x="43145" y="669689"/>
                </a:cubicBezTo>
                <a:close/>
                <a:moveTo>
                  <a:pt x="196549" y="535751"/>
                </a:moveTo>
                <a:lnTo>
                  <a:pt x="196549" y="116526"/>
                </a:lnTo>
                <a:lnTo>
                  <a:pt x="0" y="205729"/>
                </a:lnTo>
                <a:lnTo>
                  <a:pt x="0" y="545931"/>
                </a:lnTo>
                <a:cubicBezTo>
                  <a:pt x="0" y="610757"/>
                  <a:pt x="40482" y="654420"/>
                  <a:pt x="100672" y="654420"/>
                </a:cubicBezTo>
                <a:cubicBezTo>
                  <a:pt x="159796" y="654152"/>
                  <a:pt x="196549" y="610221"/>
                  <a:pt x="196549" y="535751"/>
                </a:cubicBezTo>
                <a:close/>
              </a:path>
            </a:pathLst>
          </a:custGeom>
          <a:solidFill>
            <a:schemeClr val="accent1"/>
          </a:solidFill>
          <a:ln w="2643" cap="flat">
            <a:noFill/>
            <a:prstDash val="solid"/>
            <a:miter/>
          </a:ln>
        </p:spPr>
        <p:txBody>
          <a:bodyPr rtlCol="0" anchor="ctr"/>
          <a:lstStyle/>
          <a:p>
            <a:endParaRPr lang="en-US" sz="2400" dirty="0"/>
          </a:p>
        </p:txBody>
      </p:sp>
      <p:sp>
        <p:nvSpPr>
          <p:cNvPr id="4" name="Title 1">
            <a:extLst>
              <a:ext uri="{FF2B5EF4-FFF2-40B4-BE49-F238E27FC236}">
                <a16:creationId xmlns:a16="http://schemas.microsoft.com/office/drawing/2014/main" id="{32768D57-8FE3-E24F-8256-1141A5B24F58}"/>
              </a:ext>
            </a:extLst>
          </p:cNvPr>
          <p:cNvSpPr>
            <a:spLocks noGrp="1"/>
          </p:cNvSpPr>
          <p:nvPr>
            <p:ph type="ctrTitle" hasCustomPrompt="1"/>
          </p:nvPr>
        </p:nvSpPr>
        <p:spPr>
          <a:xfrm>
            <a:off x="1906762" y="2781836"/>
            <a:ext cx="8303340" cy="1796889"/>
          </a:xfrm>
        </p:spPr>
        <p:txBody>
          <a:bodyPr anchor="ctr">
            <a:noAutofit/>
          </a:bodyPr>
          <a:lstStyle>
            <a:lvl1pPr algn="l">
              <a:defRPr sz="5067" spc="0" baseline="0">
                <a:solidFill>
                  <a:schemeClr val="tx1"/>
                </a:solidFill>
              </a:defRPr>
            </a:lvl1pPr>
          </a:lstStyle>
          <a:p>
            <a:r>
              <a:rPr lang="en-US" dirty="0"/>
              <a:t>Section title</a:t>
            </a:r>
          </a:p>
        </p:txBody>
      </p:sp>
    </p:spTree>
    <p:extLst>
      <p:ext uri="{BB962C8B-B14F-4D97-AF65-F5344CB8AC3E}">
        <p14:creationId xmlns:p14="http://schemas.microsoft.com/office/powerpoint/2010/main" val="3120285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7234" y="469286"/>
            <a:ext cx="9681295" cy="732508"/>
          </a:xfrm>
        </p:spPr>
        <p:txBody>
          <a:bodyPr vert="horz" lIns="91440" tIns="45720" rIns="91440" bIns="45720" rtlCol="0" anchor="t" anchorCtr="0">
            <a:noAutofit/>
          </a:bodyPr>
          <a:lstStyle>
            <a:lvl1pPr>
              <a:lnSpc>
                <a:spcPct val="100000"/>
              </a:lnSpc>
              <a:defRPr lang="en-US"/>
            </a:lvl1pPr>
          </a:lstStyle>
          <a:p>
            <a:pPr lvl="0"/>
            <a:r>
              <a:rPr lang="en-US" dirty="0"/>
              <a:t>Click to add title</a:t>
            </a:r>
          </a:p>
        </p:txBody>
      </p:sp>
      <p:sp>
        <p:nvSpPr>
          <p:cNvPr id="6" name="Slide Number Placeholder 5"/>
          <p:cNvSpPr>
            <a:spLocks noGrp="1"/>
          </p:cNvSpPr>
          <p:nvPr>
            <p:ph type="sldNum" sz="quarter" idx="12"/>
          </p:nvPr>
        </p:nvSpPr>
        <p:spPr/>
        <p:txBody>
          <a:bodyPr/>
          <a:lstStyle/>
          <a:p>
            <a:fld id="{90F9BDA0-AF0E-4BA8-B742-3B9C92A3E6FE}" type="slidenum">
              <a:rPr lang="en-US" smtClean="0"/>
              <a:t>‹#›</a:t>
            </a:fld>
            <a:endParaRPr lang="en-US"/>
          </a:p>
        </p:txBody>
      </p:sp>
      <p:sp>
        <p:nvSpPr>
          <p:cNvPr id="5" name="Footer Placeholder 3">
            <a:extLst>
              <a:ext uri="{FF2B5EF4-FFF2-40B4-BE49-F238E27FC236}">
                <a16:creationId xmlns:a16="http://schemas.microsoft.com/office/drawing/2014/main" id="{C6DFF85B-602D-9846-8AE0-BE3B4117F97C}"/>
              </a:ext>
            </a:extLst>
          </p:cNvPr>
          <p:cNvSpPr>
            <a:spLocks noGrp="1"/>
          </p:cNvSpPr>
          <p:nvPr>
            <p:ph type="ftr" sz="quarter" idx="3"/>
          </p:nvPr>
        </p:nvSpPr>
        <p:spPr>
          <a:xfrm>
            <a:off x="7940470" y="6241565"/>
            <a:ext cx="3273859" cy="366183"/>
          </a:xfrm>
          <a:prstGeom prst="rect">
            <a:avLst/>
          </a:prstGeom>
        </p:spPr>
        <p:txBody>
          <a:bodyPr vert="horz" lIns="91440" tIns="45720" rIns="91440" bIns="45720" rtlCol="0" anchor="ctr"/>
          <a:lstStyle>
            <a:lvl1pPr algn="r">
              <a:defRPr sz="1067">
                <a:solidFill>
                  <a:schemeClr val="accent1"/>
                </a:solidFill>
              </a:defRPr>
            </a:lvl1pPr>
          </a:lstStyle>
          <a:p>
            <a:r>
              <a:rPr lang="en-US"/>
              <a:t>Type Division Name here</a:t>
            </a:r>
            <a:endParaRPr lang="en-US" dirty="0"/>
          </a:p>
        </p:txBody>
      </p:sp>
      <p:sp>
        <p:nvSpPr>
          <p:cNvPr id="8" name="Text Placeholder 7">
            <a:extLst>
              <a:ext uri="{FF2B5EF4-FFF2-40B4-BE49-F238E27FC236}">
                <a16:creationId xmlns:a16="http://schemas.microsoft.com/office/drawing/2014/main" id="{A6BCF2EF-1A2E-5644-AD14-82E90D22A694}"/>
              </a:ext>
            </a:extLst>
          </p:cNvPr>
          <p:cNvSpPr>
            <a:spLocks noGrp="1"/>
          </p:cNvSpPr>
          <p:nvPr>
            <p:ph type="body" sz="quarter" idx="13"/>
          </p:nvPr>
        </p:nvSpPr>
        <p:spPr>
          <a:xfrm>
            <a:off x="499873" y="1498998"/>
            <a:ext cx="9681295" cy="4527549"/>
          </a:xfrm>
        </p:spPr>
        <p:txBody>
          <a:bodyPr/>
          <a:lstStyle>
            <a:lvl1pPr marL="152396" indent="-152396">
              <a:spcBef>
                <a:spcPts val="400"/>
              </a:spcBef>
              <a:spcAft>
                <a:spcPts val="800"/>
              </a:spcAft>
              <a:buClr>
                <a:schemeClr val="accent1"/>
              </a:buClr>
              <a:tabLst/>
              <a:defRPr sz="1900"/>
            </a:lvl1pPr>
            <a:lvl2pPr marL="289977" indent="-131230">
              <a:spcBef>
                <a:spcPts val="0"/>
              </a:spcBef>
              <a:spcAft>
                <a:spcPts val="800"/>
              </a:spcAft>
              <a:buClr>
                <a:schemeClr val="accent1"/>
              </a:buClr>
              <a:tabLst/>
              <a:defRPr sz="1900"/>
            </a:lvl2pPr>
            <a:lvl3pPr marL="419090" indent="-110064">
              <a:spcBef>
                <a:spcPts val="0"/>
              </a:spcBef>
              <a:spcAft>
                <a:spcPts val="800"/>
              </a:spcAft>
              <a:buClr>
                <a:schemeClr val="accent1"/>
              </a:buClr>
              <a:tabLst/>
              <a:defRPr sz="1600"/>
            </a:lvl3pPr>
            <a:lvl4pPr marL="539737" indent="-120648">
              <a:spcBef>
                <a:spcPts val="0"/>
              </a:spcBef>
              <a:spcAft>
                <a:spcPts val="800"/>
              </a:spcAft>
              <a:buClr>
                <a:schemeClr val="accent1"/>
              </a:buClr>
              <a:tabLst/>
              <a:defRPr sz="1500"/>
            </a:lvl4pPr>
            <a:lvl5pPr marL="658268" indent="-107948">
              <a:spcBef>
                <a:spcPts val="0"/>
              </a:spcBef>
              <a:spcAft>
                <a:spcPts val="800"/>
              </a:spcAft>
              <a:buClr>
                <a:schemeClr val="accent1"/>
              </a:buClr>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515456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xmlns:p14="http://schemas.microsoft.com/office/powerpoint/2010/mai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2-lin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7234" y="469286"/>
            <a:ext cx="9681295" cy="1096841"/>
          </a:xfrm>
        </p:spPr>
        <p:txBody>
          <a:bodyPr vert="horz" lIns="91440" tIns="45720" rIns="91440" bIns="45720" rtlCol="0" anchor="t" anchorCtr="0">
            <a:noAutofit/>
          </a:bodyPr>
          <a:lstStyle>
            <a:lvl1pPr>
              <a:lnSpc>
                <a:spcPct val="100000"/>
              </a:lnSpc>
              <a:defRPr lang="en-US"/>
            </a:lvl1pPr>
          </a:lstStyle>
          <a:p>
            <a:pPr lvl="0"/>
            <a:r>
              <a:rPr lang="en-US" dirty="0"/>
              <a:t>Click to add a title style with a </a:t>
            </a:r>
            <a:br>
              <a:rPr lang="en-US" dirty="0"/>
            </a:br>
            <a:r>
              <a:rPr lang="en-US" dirty="0"/>
              <a:t>two-line headline</a:t>
            </a:r>
          </a:p>
        </p:txBody>
      </p:sp>
      <p:sp>
        <p:nvSpPr>
          <p:cNvPr id="6" name="Slide Number Placeholder 5"/>
          <p:cNvSpPr>
            <a:spLocks noGrp="1"/>
          </p:cNvSpPr>
          <p:nvPr>
            <p:ph type="sldNum" sz="quarter" idx="12"/>
          </p:nvPr>
        </p:nvSpPr>
        <p:spPr/>
        <p:txBody>
          <a:bodyPr/>
          <a:lstStyle/>
          <a:p>
            <a:fld id="{90F9BDA0-AF0E-4BA8-B742-3B9C92A3E6FE}" type="slidenum">
              <a:rPr lang="en-US" smtClean="0"/>
              <a:t>‹#›</a:t>
            </a:fld>
            <a:endParaRPr lang="en-US"/>
          </a:p>
        </p:txBody>
      </p:sp>
      <p:sp>
        <p:nvSpPr>
          <p:cNvPr id="5" name="Footer Placeholder 3">
            <a:extLst>
              <a:ext uri="{FF2B5EF4-FFF2-40B4-BE49-F238E27FC236}">
                <a16:creationId xmlns:a16="http://schemas.microsoft.com/office/drawing/2014/main" id="{C6DFF85B-602D-9846-8AE0-BE3B4117F97C}"/>
              </a:ext>
            </a:extLst>
          </p:cNvPr>
          <p:cNvSpPr>
            <a:spLocks noGrp="1"/>
          </p:cNvSpPr>
          <p:nvPr>
            <p:ph type="ftr" sz="quarter" idx="3"/>
          </p:nvPr>
        </p:nvSpPr>
        <p:spPr>
          <a:xfrm>
            <a:off x="7940472" y="6241565"/>
            <a:ext cx="3273859" cy="366183"/>
          </a:xfrm>
          <a:prstGeom prst="rect">
            <a:avLst/>
          </a:prstGeom>
        </p:spPr>
        <p:txBody>
          <a:bodyPr vert="horz" lIns="91440" tIns="45720" rIns="91440" bIns="45720" rtlCol="0" anchor="ctr"/>
          <a:lstStyle>
            <a:lvl1pPr algn="r">
              <a:defRPr sz="1067">
                <a:solidFill>
                  <a:schemeClr val="accent1"/>
                </a:solidFill>
              </a:defRPr>
            </a:lvl1pPr>
          </a:lstStyle>
          <a:p>
            <a:r>
              <a:rPr lang="en-US"/>
              <a:t>Type Division Name here</a:t>
            </a:r>
            <a:endParaRPr lang="en-US" dirty="0"/>
          </a:p>
        </p:txBody>
      </p:sp>
      <p:sp>
        <p:nvSpPr>
          <p:cNvPr id="8" name="Text Placeholder 7">
            <a:extLst>
              <a:ext uri="{FF2B5EF4-FFF2-40B4-BE49-F238E27FC236}">
                <a16:creationId xmlns:a16="http://schemas.microsoft.com/office/drawing/2014/main" id="{A6BCF2EF-1A2E-5644-AD14-82E90D22A694}"/>
              </a:ext>
            </a:extLst>
          </p:cNvPr>
          <p:cNvSpPr>
            <a:spLocks noGrp="1"/>
          </p:cNvSpPr>
          <p:nvPr>
            <p:ph type="body" sz="quarter" idx="13"/>
          </p:nvPr>
        </p:nvSpPr>
        <p:spPr>
          <a:xfrm>
            <a:off x="499873" y="1862937"/>
            <a:ext cx="9681295" cy="4105740"/>
          </a:xfrm>
        </p:spPr>
        <p:txBody>
          <a:bodyPr/>
          <a:lstStyle>
            <a:lvl1pPr marL="152396" indent="-152396">
              <a:spcBef>
                <a:spcPts val="400"/>
              </a:spcBef>
              <a:spcAft>
                <a:spcPts val="800"/>
              </a:spcAft>
              <a:buClr>
                <a:schemeClr val="accent1"/>
              </a:buClr>
              <a:tabLst/>
              <a:defRPr sz="1900"/>
            </a:lvl1pPr>
            <a:lvl2pPr marL="289977" indent="-131230">
              <a:spcBef>
                <a:spcPts val="0"/>
              </a:spcBef>
              <a:spcAft>
                <a:spcPts val="800"/>
              </a:spcAft>
              <a:buClr>
                <a:schemeClr val="accent1"/>
              </a:buClr>
              <a:tabLst/>
              <a:defRPr sz="1900"/>
            </a:lvl2pPr>
            <a:lvl3pPr marL="419090" indent="-110064">
              <a:spcBef>
                <a:spcPts val="0"/>
              </a:spcBef>
              <a:spcAft>
                <a:spcPts val="800"/>
              </a:spcAft>
              <a:buClr>
                <a:schemeClr val="accent1"/>
              </a:buClr>
              <a:tabLst/>
              <a:defRPr sz="1600"/>
            </a:lvl3pPr>
            <a:lvl4pPr marL="539737" indent="-120648">
              <a:spcBef>
                <a:spcPts val="0"/>
              </a:spcBef>
              <a:spcAft>
                <a:spcPts val="800"/>
              </a:spcAft>
              <a:buClr>
                <a:schemeClr val="accent1"/>
              </a:buClr>
              <a:tabLst/>
              <a:defRPr sz="1500"/>
            </a:lvl4pPr>
            <a:lvl5pPr marL="658268" indent="-107948">
              <a:spcBef>
                <a:spcPts val="0"/>
              </a:spcBef>
              <a:spcAft>
                <a:spcPts val="800"/>
              </a:spcAft>
              <a:buClr>
                <a:schemeClr val="accent1"/>
              </a:buClr>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039907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xmlns:p14="http://schemas.microsoft.com/office/powerpoint/2010/mai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2-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17234" y="469286"/>
            <a:ext cx="11096132" cy="732508"/>
          </a:xfrm>
        </p:spPr>
        <p:txBody>
          <a:bodyPr vert="horz" lIns="91440" tIns="45720" rIns="91440" bIns="45720" rtlCol="0" anchor="t" anchorCtr="0">
            <a:noAutofit/>
          </a:bodyPr>
          <a:lstStyle>
            <a:lvl1pPr>
              <a:lnSpc>
                <a:spcPct val="100000"/>
              </a:lnSpc>
              <a:defRPr lang="en-US"/>
            </a:lvl1pPr>
          </a:lstStyle>
          <a:p>
            <a:pPr lvl="0"/>
            <a:r>
              <a:rPr lang="en-US" dirty="0"/>
              <a:t>Click to edit Master title style</a:t>
            </a:r>
          </a:p>
        </p:txBody>
      </p:sp>
      <p:sp>
        <p:nvSpPr>
          <p:cNvPr id="6" name="Slide Number Placeholder 5"/>
          <p:cNvSpPr>
            <a:spLocks noGrp="1"/>
          </p:cNvSpPr>
          <p:nvPr>
            <p:ph type="sldNum" sz="quarter" idx="12"/>
          </p:nvPr>
        </p:nvSpPr>
        <p:spPr/>
        <p:txBody>
          <a:bodyPr/>
          <a:lstStyle/>
          <a:p>
            <a:fld id="{90F9BDA0-AF0E-4BA8-B742-3B9C92A3E6FE}" type="slidenum">
              <a:rPr lang="en-US" smtClean="0"/>
              <a:t>‹#›</a:t>
            </a:fld>
            <a:endParaRPr lang="en-US"/>
          </a:p>
        </p:txBody>
      </p:sp>
      <p:sp>
        <p:nvSpPr>
          <p:cNvPr id="5" name="Footer Placeholder 3">
            <a:extLst>
              <a:ext uri="{FF2B5EF4-FFF2-40B4-BE49-F238E27FC236}">
                <a16:creationId xmlns:a16="http://schemas.microsoft.com/office/drawing/2014/main" id="{C6DFF85B-602D-9846-8AE0-BE3B4117F97C}"/>
              </a:ext>
            </a:extLst>
          </p:cNvPr>
          <p:cNvSpPr>
            <a:spLocks noGrp="1"/>
          </p:cNvSpPr>
          <p:nvPr>
            <p:ph type="ftr" sz="quarter" idx="3"/>
          </p:nvPr>
        </p:nvSpPr>
        <p:spPr>
          <a:xfrm>
            <a:off x="7940470" y="6241565"/>
            <a:ext cx="3273860" cy="366183"/>
          </a:xfrm>
          <a:prstGeom prst="rect">
            <a:avLst/>
          </a:prstGeom>
        </p:spPr>
        <p:txBody>
          <a:bodyPr vert="horz" lIns="91440" tIns="45720" rIns="91440" bIns="45720" rtlCol="0" anchor="ctr"/>
          <a:lstStyle>
            <a:lvl1pPr algn="r">
              <a:defRPr sz="1067">
                <a:solidFill>
                  <a:schemeClr val="accent1"/>
                </a:solidFill>
              </a:defRPr>
            </a:lvl1pPr>
          </a:lstStyle>
          <a:p>
            <a:r>
              <a:rPr lang="en-US"/>
              <a:t>Type Division Name here</a:t>
            </a:r>
            <a:endParaRPr lang="en-US" dirty="0"/>
          </a:p>
        </p:txBody>
      </p:sp>
      <p:sp>
        <p:nvSpPr>
          <p:cNvPr id="8" name="Text Placeholder 7">
            <a:extLst>
              <a:ext uri="{FF2B5EF4-FFF2-40B4-BE49-F238E27FC236}">
                <a16:creationId xmlns:a16="http://schemas.microsoft.com/office/drawing/2014/main" id="{A6BCF2EF-1A2E-5644-AD14-82E90D22A694}"/>
              </a:ext>
            </a:extLst>
          </p:cNvPr>
          <p:cNvSpPr>
            <a:spLocks noGrp="1"/>
          </p:cNvSpPr>
          <p:nvPr>
            <p:ph type="body" sz="quarter" idx="13"/>
          </p:nvPr>
        </p:nvSpPr>
        <p:spPr>
          <a:xfrm>
            <a:off x="499872" y="1498998"/>
            <a:ext cx="5364480" cy="4527549"/>
          </a:xfrm>
        </p:spPr>
        <p:txBody>
          <a:bodyPr/>
          <a:lstStyle>
            <a:lvl1pPr marL="152396" indent="-152396">
              <a:spcBef>
                <a:spcPts val="400"/>
              </a:spcBef>
              <a:spcAft>
                <a:spcPts val="800"/>
              </a:spcAft>
              <a:buClr>
                <a:schemeClr val="accent1"/>
              </a:buClr>
              <a:tabLst/>
              <a:defRPr sz="1900"/>
            </a:lvl1pPr>
            <a:lvl2pPr marL="289977" indent="-120648">
              <a:spcBef>
                <a:spcPts val="0"/>
              </a:spcBef>
              <a:spcAft>
                <a:spcPts val="800"/>
              </a:spcAft>
              <a:buClr>
                <a:schemeClr val="accent1"/>
              </a:buClr>
              <a:tabLst/>
              <a:defRPr sz="1900"/>
            </a:lvl2pPr>
            <a:lvl3pPr marL="416974" indent="-118530">
              <a:spcBef>
                <a:spcPts val="0"/>
              </a:spcBef>
              <a:spcAft>
                <a:spcPts val="800"/>
              </a:spcAft>
              <a:buClr>
                <a:schemeClr val="accent1"/>
              </a:buClr>
              <a:tabLst/>
              <a:defRPr sz="1600"/>
            </a:lvl3pPr>
            <a:lvl4pPr marL="537620" indent="-101597">
              <a:spcBef>
                <a:spcPts val="0"/>
              </a:spcBef>
              <a:spcAft>
                <a:spcPts val="800"/>
              </a:spcAft>
              <a:buClr>
                <a:schemeClr val="accent1"/>
              </a:buClr>
              <a:tabLst/>
              <a:defRPr sz="1500"/>
            </a:lvl4pPr>
            <a:lvl5pPr marL="675200" indent="-112181">
              <a:spcBef>
                <a:spcPts val="0"/>
              </a:spcBef>
              <a:spcAft>
                <a:spcPts val="800"/>
              </a:spcAft>
              <a:buClr>
                <a:schemeClr val="accent1"/>
              </a:buClr>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7">
            <a:extLst>
              <a:ext uri="{FF2B5EF4-FFF2-40B4-BE49-F238E27FC236}">
                <a16:creationId xmlns:a16="http://schemas.microsoft.com/office/drawing/2014/main" id="{1107A685-91FA-EF46-BCA6-7D2780198A4D}"/>
              </a:ext>
            </a:extLst>
          </p:cNvPr>
          <p:cNvSpPr>
            <a:spLocks noGrp="1"/>
          </p:cNvSpPr>
          <p:nvPr>
            <p:ph type="body" sz="quarter" idx="14"/>
          </p:nvPr>
        </p:nvSpPr>
        <p:spPr>
          <a:xfrm>
            <a:off x="6217920" y="1498998"/>
            <a:ext cx="5364480" cy="4527549"/>
          </a:xfrm>
        </p:spPr>
        <p:txBody>
          <a:bodyPr/>
          <a:lstStyle>
            <a:lvl1pPr marL="152396" indent="-152396">
              <a:spcBef>
                <a:spcPts val="400"/>
              </a:spcBef>
              <a:spcAft>
                <a:spcPts val="800"/>
              </a:spcAft>
              <a:buClr>
                <a:schemeClr val="accent1"/>
              </a:buClr>
              <a:tabLst/>
              <a:defRPr sz="1900"/>
            </a:lvl1pPr>
            <a:lvl2pPr marL="289977" indent="-120648">
              <a:spcBef>
                <a:spcPts val="0"/>
              </a:spcBef>
              <a:spcAft>
                <a:spcPts val="800"/>
              </a:spcAft>
              <a:buClr>
                <a:schemeClr val="accent1"/>
              </a:buClr>
              <a:tabLst/>
              <a:defRPr sz="1900"/>
            </a:lvl2pPr>
            <a:lvl3pPr marL="416974" indent="-118530">
              <a:spcBef>
                <a:spcPts val="0"/>
              </a:spcBef>
              <a:spcAft>
                <a:spcPts val="800"/>
              </a:spcAft>
              <a:buClr>
                <a:schemeClr val="accent1"/>
              </a:buClr>
              <a:tabLst/>
              <a:defRPr sz="1600"/>
            </a:lvl3pPr>
            <a:lvl4pPr marL="537620" indent="-101597">
              <a:spcBef>
                <a:spcPts val="0"/>
              </a:spcBef>
              <a:spcAft>
                <a:spcPts val="800"/>
              </a:spcAft>
              <a:buClr>
                <a:schemeClr val="accent1"/>
              </a:buClr>
              <a:tabLst/>
              <a:defRPr sz="1500"/>
            </a:lvl4pPr>
            <a:lvl5pPr marL="675200" indent="-112181">
              <a:spcBef>
                <a:spcPts val="0"/>
              </a:spcBef>
              <a:spcAft>
                <a:spcPts val="800"/>
              </a:spcAft>
              <a:buClr>
                <a:schemeClr val="accent1"/>
              </a:buClr>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4961718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xmlns:p14="http://schemas.microsoft.com/office/powerpoint/2010/mai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2-line) and 2-column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0F9BDA0-AF0E-4BA8-B742-3B9C92A3E6FE}" type="slidenum">
              <a:rPr lang="en-US" smtClean="0"/>
              <a:t>‹#›</a:t>
            </a:fld>
            <a:endParaRPr lang="en-US"/>
          </a:p>
        </p:txBody>
      </p:sp>
      <p:sp>
        <p:nvSpPr>
          <p:cNvPr id="5" name="Footer Placeholder 3">
            <a:extLst>
              <a:ext uri="{FF2B5EF4-FFF2-40B4-BE49-F238E27FC236}">
                <a16:creationId xmlns:a16="http://schemas.microsoft.com/office/drawing/2014/main" id="{C6DFF85B-602D-9846-8AE0-BE3B4117F97C}"/>
              </a:ext>
            </a:extLst>
          </p:cNvPr>
          <p:cNvSpPr>
            <a:spLocks noGrp="1"/>
          </p:cNvSpPr>
          <p:nvPr>
            <p:ph type="ftr" sz="quarter" idx="3"/>
          </p:nvPr>
        </p:nvSpPr>
        <p:spPr>
          <a:xfrm>
            <a:off x="7940470" y="6241565"/>
            <a:ext cx="3273860" cy="366183"/>
          </a:xfrm>
          <a:prstGeom prst="rect">
            <a:avLst/>
          </a:prstGeom>
        </p:spPr>
        <p:txBody>
          <a:bodyPr vert="horz" lIns="91440" tIns="45720" rIns="91440" bIns="45720" rtlCol="0" anchor="ctr"/>
          <a:lstStyle>
            <a:lvl1pPr algn="r">
              <a:defRPr sz="1067">
                <a:solidFill>
                  <a:schemeClr val="accent1"/>
                </a:solidFill>
              </a:defRPr>
            </a:lvl1pPr>
          </a:lstStyle>
          <a:p>
            <a:r>
              <a:rPr lang="en-US"/>
              <a:t>Type Division Name here</a:t>
            </a:r>
            <a:endParaRPr lang="en-US" dirty="0"/>
          </a:p>
        </p:txBody>
      </p:sp>
      <p:sp>
        <p:nvSpPr>
          <p:cNvPr id="8" name="Text Placeholder 7">
            <a:extLst>
              <a:ext uri="{FF2B5EF4-FFF2-40B4-BE49-F238E27FC236}">
                <a16:creationId xmlns:a16="http://schemas.microsoft.com/office/drawing/2014/main" id="{A6BCF2EF-1A2E-5644-AD14-82E90D22A694}"/>
              </a:ext>
            </a:extLst>
          </p:cNvPr>
          <p:cNvSpPr>
            <a:spLocks noGrp="1"/>
          </p:cNvSpPr>
          <p:nvPr>
            <p:ph type="body" sz="quarter" idx="13"/>
          </p:nvPr>
        </p:nvSpPr>
        <p:spPr>
          <a:xfrm>
            <a:off x="499872" y="1862937"/>
            <a:ext cx="5364480" cy="4105740"/>
          </a:xfrm>
        </p:spPr>
        <p:txBody>
          <a:bodyPr/>
          <a:lstStyle>
            <a:lvl1pPr marL="152396" indent="-152396">
              <a:spcBef>
                <a:spcPts val="400"/>
              </a:spcBef>
              <a:spcAft>
                <a:spcPts val="800"/>
              </a:spcAft>
              <a:buClr>
                <a:schemeClr val="accent1"/>
              </a:buClr>
              <a:tabLst/>
              <a:defRPr sz="1900"/>
            </a:lvl1pPr>
            <a:lvl2pPr marL="289977" indent="-120648">
              <a:spcBef>
                <a:spcPts val="0"/>
              </a:spcBef>
              <a:spcAft>
                <a:spcPts val="800"/>
              </a:spcAft>
              <a:buClr>
                <a:schemeClr val="accent1"/>
              </a:buClr>
              <a:tabLst/>
              <a:defRPr sz="1900"/>
            </a:lvl2pPr>
            <a:lvl3pPr marL="416974" indent="-118530">
              <a:spcBef>
                <a:spcPts val="0"/>
              </a:spcBef>
              <a:spcAft>
                <a:spcPts val="800"/>
              </a:spcAft>
              <a:buClr>
                <a:schemeClr val="accent1"/>
              </a:buClr>
              <a:tabLst/>
              <a:defRPr sz="1600"/>
            </a:lvl3pPr>
            <a:lvl4pPr marL="537620" indent="-101597">
              <a:spcBef>
                <a:spcPts val="0"/>
              </a:spcBef>
              <a:spcAft>
                <a:spcPts val="800"/>
              </a:spcAft>
              <a:buClr>
                <a:schemeClr val="accent1"/>
              </a:buClr>
              <a:tabLst/>
              <a:defRPr sz="1500"/>
            </a:lvl4pPr>
            <a:lvl5pPr marL="675200" indent="-112181">
              <a:spcBef>
                <a:spcPts val="0"/>
              </a:spcBef>
              <a:spcAft>
                <a:spcPts val="800"/>
              </a:spcAft>
              <a:buClr>
                <a:schemeClr val="accent1"/>
              </a:buClr>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7">
            <a:extLst>
              <a:ext uri="{FF2B5EF4-FFF2-40B4-BE49-F238E27FC236}">
                <a16:creationId xmlns:a16="http://schemas.microsoft.com/office/drawing/2014/main" id="{1107A685-91FA-EF46-BCA6-7D2780198A4D}"/>
              </a:ext>
            </a:extLst>
          </p:cNvPr>
          <p:cNvSpPr>
            <a:spLocks noGrp="1"/>
          </p:cNvSpPr>
          <p:nvPr>
            <p:ph type="body" sz="quarter" idx="14"/>
          </p:nvPr>
        </p:nvSpPr>
        <p:spPr>
          <a:xfrm>
            <a:off x="6217920" y="1862937"/>
            <a:ext cx="5364480" cy="4105740"/>
          </a:xfrm>
        </p:spPr>
        <p:txBody>
          <a:bodyPr/>
          <a:lstStyle>
            <a:lvl1pPr marL="152396" indent="-152396">
              <a:spcBef>
                <a:spcPts val="400"/>
              </a:spcBef>
              <a:spcAft>
                <a:spcPts val="800"/>
              </a:spcAft>
              <a:buClr>
                <a:schemeClr val="accent1"/>
              </a:buClr>
              <a:tabLst/>
              <a:defRPr sz="1900"/>
            </a:lvl1pPr>
            <a:lvl2pPr marL="289977" indent="-120648">
              <a:spcBef>
                <a:spcPts val="0"/>
              </a:spcBef>
              <a:spcAft>
                <a:spcPts val="800"/>
              </a:spcAft>
              <a:buClr>
                <a:schemeClr val="accent1"/>
              </a:buClr>
              <a:tabLst/>
              <a:defRPr sz="1900"/>
            </a:lvl2pPr>
            <a:lvl3pPr marL="416974" indent="-118530">
              <a:spcBef>
                <a:spcPts val="0"/>
              </a:spcBef>
              <a:spcAft>
                <a:spcPts val="800"/>
              </a:spcAft>
              <a:buClr>
                <a:schemeClr val="accent1"/>
              </a:buClr>
              <a:tabLst/>
              <a:defRPr sz="1600"/>
            </a:lvl3pPr>
            <a:lvl4pPr marL="537620" indent="-101597">
              <a:spcBef>
                <a:spcPts val="0"/>
              </a:spcBef>
              <a:spcAft>
                <a:spcPts val="800"/>
              </a:spcAft>
              <a:buClr>
                <a:schemeClr val="accent1"/>
              </a:buClr>
              <a:tabLst/>
              <a:defRPr sz="1500"/>
            </a:lvl4pPr>
            <a:lvl5pPr marL="675200" indent="-112181">
              <a:spcBef>
                <a:spcPts val="0"/>
              </a:spcBef>
              <a:spcAft>
                <a:spcPts val="800"/>
              </a:spcAft>
              <a:buClr>
                <a:schemeClr val="accent1"/>
              </a:buClr>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77029EA9-40C9-BA4E-A674-96547D8CB575}"/>
              </a:ext>
            </a:extLst>
          </p:cNvPr>
          <p:cNvSpPr>
            <a:spLocks noGrp="1"/>
          </p:cNvSpPr>
          <p:nvPr>
            <p:ph type="title" hasCustomPrompt="1"/>
          </p:nvPr>
        </p:nvSpPr>
        <p:spPr>
          <a:xfrm>
            <a:off x="517233" y="469286"/>
            <a:ext cx="11082528" cy="1094471"/>
          </a:xfrm>
        </p:spPr>
        <p:txBody>
          <a:bodyPr vert="horz" lIns="91440" tIns="45720" rIns="91440" bIns="45720" rtlCol="0" anchor="t" anchorCtr="0">
            <a:noAutofit/>
          </a:bodyPr>
          <a:lstStyle>
            <a:lvl1pPr>
              <a:lnSpc>
                <a:spcPct val="100000"/>
              </a:lnSpc>
              <a:defRPr lang="en-US"/>
            </a:lvl1pPr>
          </a:lstStyle>
          <a:p>
            <a:pPr lvl="0"/>
            <a:r>
              <a:rPr lang="en-US" dirty="0"/>
              <a:t>Click to add a title style with a </a:t>
            </a:r>
            <a:br>
              <a:rPr lang="en-US" dirty="0"/>
            </a:br>
            <a:r>
              <a:rPr lang="en-US" dirty="0"/>
              <a:t>two-line headline</a:t>
            </a:r>
          </a:p>
        </p:txBody>
      </p:sp>
    </p:spTree>
    <p:extLst>
      <p:ext uri="{BB962C8B-B14F-4D97-AF65-F5344CB8AC3E}">
        <p14:creationId xmlns:p14="http://schemas.microsoft.com/office/powerpoint/2010/main" val="25549339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xmlns:p14="http://schemas.microsoft.com/office/powerpoint/2010/mai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7234" y="469286"/>
            <a:ext cx="11096132" cy="732508"/>
          </a:xfrm>
        </p:spPr>
        <p:txBody>
          <a:bodyPr vert="horz" lIns="91440" tIns="45720" rIns="91440" bIns="45720" rtlCol="0" anchor="t" anchorCtr="0">
            <a:noAutofit/>
          </a:bodyPr>
          <a:lstStyle>
            <a:lvl1pPr>
              <a:lnSpc>
                <a:spcPct val="100000"/>
              </a:lnSpc>
              <a:defRPr lang="en-US"/>
            </a:lvl1pPr>
          </a:lstStyle>
          <a:p>
            <a:pPr lvl="0"/>
            <a:r>
              <a:rPr lang="en-US" dirty="0"/>
              <a:t>Click to edit Master title style</a:t>
            </a:r>
          </a:p>
        </p:txBody>
      </p:sp>
      <p:sp>
        <p:nvSpPr>
          <p:cNvPr id="5" name="Slide Number Placeholder 4"/>
          <p:cNvSpPr>
            <a:spLocks noGrp="1"/>
          </p:cNvSpPr>
          <p:nvPr>
            <p:ph type="sldNum" sz="quarter" idx="12"/>
          </p:nvPr>
        </p:nvSpPr>
        <p:spPr/>
        <p:txBody>
          <a:bodyPr/>
          <a:lstStyle/>
          <a:p>
            <a:fld id="{90F9BDA0-AF0E-4BA8-B742-3B9C92A3E6FE}" type="slidenum">
              <a:rPr lang="en-US" smtClean="0"/>
              <a:t>‹#›</a:t>
            </a:fld>
            <a:endParaRPr lang="en-US"/>
          </a:p>
        </p:txBody>
      </p:sp>
      <p:sp>
        <p:nvSpPr>
          <p:cNvPr id="4" name="Footer Placeholder 3">
            <a:extLst>
              <a:ext uri="{FF2B5EF4-FFF2-40B4-BE49-F238E27FC236}">
                <a16:creationId xmlns:a16="http://schemas.microsoft.com/office/drawing/2014/main" id="{8E4D2472-4EE6-C448-9F15-8C75193DA95C}"/>
              </a:ext>
            </a:extLst>
          </p:cNvPr>
          <p:cNvSpPr>
            <a:spLocks noGrp="1"/>
          </p:cNvSpPr>
          <p:nvPr>
            <p:ph type="ftr" sz="quarter" idx="3"/>
          </p:nvPr>
        </p:nvSpPr>
        <p:spPr>
          <a:xfrm>
            <a:off x="7950382" y="6236527"/>
            <a:ext cx="3263948" cy="376096"/>
          </a:xfrm>
          <a:prstGeom prst="rect">
            <a:avLst/>
          </a:prstGeom>
        </p:spPr>
        <p:txBody>
          <a:bodyPr vert="horz" lIns="91440" tIns="45720" rIns="91440" bIns="45720" rtlCol="0" anchor="ctr"/>
          <a:lstStyle>
            <a:lvl1pPr algn="r">
              <a:defRPr sz="1067">
                <a:solidFill>
                  <a:schemeClr val="accent1"/>
                </a:solidFill>
              </a:defRPr>
            </a:lvl1pPr>
          </a:lstStyle>
          <a:p>
            <a:r>
              <a:rPr lang="en-US"/>
              <a:t>Type Division Name here</a:t>
            </a:r>
            <a:endParaRPr lang="en-US" dirty="0"/>
          </a:p>
        </p:txBody>
      </p:sp>
    </p:spTree>
    <p:extLst>
      <p:ext uri="{BB962C8B-B14F-4D97-AF65-F5344CB8AC3E}">
        <p14:creationId xmlns:p14="http://schemas.microsoft.com/office/powerpoint/2010/main" val="376279553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xmlns:p14="http://schemas.microsoft.com/office/powerpoint/2010/mai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layout –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19430-9D19-E74B-A985-0DFB9C995A6C}"/>
              </a:ext>
            </a:extLst>
          </p:cNvPr>
          <p:cNvSpPr>
            <a:spLocks noGrp="1"/>
          </p:cNvSpPr>
          <p:nvPr>
            <p:ph type="title"/>
          </p:nvPr>
        </p:nvSpPr>
        <p:spPr>
          <a:xfrm>
            <a:off x="513096" y="469286"/>
            <a:ext cx="11097749" cy="1096841"/>
          </a:xfrm>
        </p:spPr>
        <p:txBody>
          <a:bodyPr/>
          <a:lstStyle>
            <a:lvl1pPr>
              <a:lnSpc>
                <a:spcPct val="100000"/>
              </a:lnSpc>
              <a:defRPr sz="3200"/>
            </a:lvl1pPr>
          </a:lstStyle>
          <a:p>
            <a:r>
              <a:rPr lang="en-US" dirty="0"/>
              <a:t>Click to edit Master title style</a:t>
            </a:r>
          </a:p>
        </p:txBody>
      </p:sp>
      <p:sp>
        <p:nvSpPr>
          <p:cNvPr id="6" name="Slide Number Placeholder 5">
            <a:extLst>
              <a:ext uri="{FF2B5EF4-FFF2-40B4-BE49-F238E27FC236}">
                <a16:creationId xmlns:a16="http://schemas.microsoft.com/office/drawing/2014/main" id="{3B6D10EE-3796-1048-8D75-5FE9E3D92D9F}"/>
              </a:ext>
            </a:extLst>
          </p:cNvPr>
          <p:cNvSpPr>
            <a:spLocks noGrp="1"/>
          </p:cNvSpPr>
          <p:nvPr>
            <p:ph type="sldNum" sz="quarter" idx="12"/>
          </p:nvPr>
        </p:nvSpPr>
        <p:spPr>
          <a:xfrm>
            <a:off x="11213462" y="6244227"/>
            <a:ext cx="470647" cy="377952"/>
          </a:xfrm>
        </p:spPr>
        <p:txBody>
          <a:bodyPr/>
          <a:lstStyle>
            <a:lvl1pPr>
              <a:defRPr sz="1067"/>
            </a:lvl1pPr>
          </a:lstStyle>
          <a:p>
            <a:fld id="{66DE20E4-D496-034F-914D-F7F15B93E95B}" type="slidenum">
              <a:rPr lang="en-US" smtClean="0"/>
              <a:pPr/>
              <a:t>‹#›</a:t>
            </a:fld>
            <a:endParaRPr lang="en-US" dirty="0"/>
          </a:p>
        </p:txBody>
      </p:sp>
      <p:sp>
        <p:nvSpPr>
          <p:cNvPr id="13" name="Text Placeholder 12">
            <a:extLst>
              <a:ext uri="{FF2B5EF4-FFF2-40B4-BE49-F238E27FC236}">
                <a16:creationId xmlns:a16="http://schemas.microsoft.com/office/drawing/2014/main" id="{6B9D6CC0-54C1-DF41-9D85-A9549CADD0CA}"/>
              </a:ext>
            </a:extLst>
          </p:cNvPr>
          <p:cNvSpPr>
            <a:spLocks noGrp="1"/>
          </p:cNvSpPr>
          <p:nvPr>
            <p:ph type="body" sz="quarter" idx="13" hasCustomPrompt="1"/>
          </p:nvPr>
        </p:nvSpPr>
        <p:spPr>
          <a:xfrm>
            <a:off x="514712" y="5693822"/>
            <a:ext cx="10766069" cy="365125"/>
          </a:xfrm>
          <a:prstGeom prst="rect">
            <a:avLst/>
          </a:prstGeom>
        </p:spPr>
        <p:txBody>
          <a:bodyPr anchor="b"/>
          <a:lstStyle>
            <a:lvl1pPr marL="0" indent="0">
              <a:lnSpc>
                <a:spcPct val="100000"/>
              </a:lnSpc>
              <a:buNone/>
              <a:defRPr sz="933">
                <a:solidFill>
                  <a:schemeClr val="tx2"/>
                </a:solidFill>
              </a:defRPr>
            </a:lvl1pPr>
          </a:lstStyle>
          <a:p>
            <a:pPr lvl="0"/>
            <a:r>
              <a:rPr lang="en-US" dirty="0"/>
              <a:t>Click to edit Footnote </a:t>
            </a:r>
          </a:p>
        </p:txBody>
      </p:sp>
      <p:sp>
        <p:nvSpPr>
          <p:cNvPr id="15" name="Text Placeholder 2">
            <a:extLst>
              <a:ext uri="{FF2B5EF4-FFF2-40B4-BE49-F238E27FC236}">
                <a16:creationId xmlns:a16="http://schemas.microsoft.com/office/drawing/2014/main" id="{696D0A15-2CF4-DA40-BF58-852272C3CFE2}"/>
              </a:ext>
            </a:extLst>
          </p:cNvPr>
          <p:cNvSpPr>
            <a:spLocks noGrp="1"/>
          </p:cNvSpPr>
          <p:nvPr>
            <p:ph type="body" sz="quarter" idx="15"/>
          </p:nvPr>
        </p:nvSpPr>
        <p:spPr>
          <a:xfrm>
            <a:off x="17080549" y="527327"/>
            <a:ext cx="4267200" cy="258532"/>
          </a:xfrm>
          <a:prstGeom prst="rect">
            <a:avLst/>
          </a:prstGeom>
        </p:spPr>
        <p:txBody>
          <a:bodyPr wrap="square" rIns="457200" anchor="ctr">
            <a:spAutoFit/>
          </a:bodyPr>
          <a:lstStyle>
            <a:lvl1pPr algn="r">
              <a:defRPr sz="1200" b="1">
                <a:solidFill>
                  <a:schemeClr val="tx1"/>
                </a:solidFill>
              </a:defRPr>
            </a:lvl1pPr>
          </a:lstStyle>
          <a:p>
            <a:pPr lvl="0"/>
            <a:r>
              <a:rPr lang="en-US" dirty="0"/>
              <a:t>Click to edit Master text styles</a:t>
            </a:r>
          </a:p>
        </p:txBody>
      </p:sp>
      <p:sp>
        <p:nvSpPr>
          <p:cNvPr id="8" name="Text Placeholder 7">
            <a:extLst>
              <a:ext uri="{FF2B5EF4-FFF2-40B4-BE49-F238E27FC236}">
                <a16:creationId xmlns:a16="http://schemas.microsoft.com/office/drawing/2014/main" id="{0E1EA24B-5EA2-AB43-8C64-595AAF72202A}"/>
              </a:ext>
            </a:extLst>
          </p:cNvPr>
          <p:cNvSpPr>
            <a:spLocks noGrp="1"/>
          </p:cNvSpPr>
          <p:nvPr>
            <p:ph type="body" sz="quarter" idx="21"/>
          </p:nvPr>
        </p:nvSpPr>
        <p:spPr>
          <a:xfrm>
            <a:off x="1178111" y="3975024"/>
            <a:ext cx="4462272" cy="1658837"/>
          </a:xfrm>
        </p:spPr>
        <p:txBody>
          <a:bodyPr/>
          <a:lstStyle>
            <a:lvl1pPr marL="118530" marR="0" indent="-118530" algn="l" defTabSz="914377" rtl="0" eaLnBrk="1" fontAlgn="auto" latinLnBrk="0" hangingPunct="1">
              <a:lnSpc>
                <a:spcPct val="100000"/>
              </a:lnSpc>
              <a:spcBef>
                <a:spcPts val="0"/>
              </a:spcBef>
              <a:spcAft>
                <a:spcPts val="400"/>
              </a:spcAft>
              <a:buClr>
                <a:schemeClr val="accent1"/>
              </a:buClr>
              <a:buSzTx/>
              <a:buFont typeface="Arial" panose="020B0604020202020204" pitchFamily="34" charset="0"/>
              <a:buChar char="•"/>
              <a:tabLst/>
              <a:defRPr sz="1600"/>
            </a:lvl1pPr>
            <a:lvl2pPr marL="160863" indent="0">
              <a:buNone/>
              <a:defRPr/>
            </a:lvl2pPr>
          </a:lstStyle>
          <a:p>
            <a:pPr lvl="0"/>
            <a:r>
              <a:rPr lang="en-US" dirty="0"/>
              <a:t>Click to edit Master text styles</a:t>
            </a:r>
          </a:p>
          <a:p>
            <a:pPr marL="118530" marR="0" lvl="0" indent="-118530" algn="l" defTabSz="914377" rtl="0" eaLnBrk="1" fontAlgn="auto" latinLnBrk="0" hangingPunct="1">
              <a:lnSpc>
                <a:spcPct val="100000"/>
              </a:lnSpc>
              <a:spcBef>
                <a:spcPts val="0"/>
              </a:spcBef>
              <a:spcAft>
                <a:spcPts val="400"/>
              </a:spcAft>
              <a:buClr>
                <a:schemeClr val="accent1"/>
              </a:buClr>
              <a:buSzTx/>
              <a:buFont typeface="Arial" panose="020B0604020202020204" pitchFamily="34" charset="0"/>
              <a:buChar char="•"/>
              <a:tabLst/>
              <a:defRPr/>
            </a:pPr>
            <a:r>
              <a:rPr lang="en-US" dirty="0"/>
              <a:t>Click to edit Master text styles</a:t>
            </a:r>
          </a:p>
          <a:p>
            <a:pPr marL="118530" marR="0" lvl="0" indent="-118530" algn="l" defTabSz="914377" rtl="0" eaLnBrk="1" fontAlgn="auto" latinLnBrk="0" hangingPunct="1">
              <a:lnSpc>
                <a:spcPct val="100000"/>
              </a:lnSpc>
              <a:spcBef>
                <a:spcPts val="0"/>
              </a:spcBef>
              <a:spcAft>
                <a:spcPts val="400"/>
              </a:spcAft>
              <a:buClr>
                <a:schemeClr val="accent1"/>
              </a:buClr>
              <a:buSzTx/>
              <a:buFont typeface="Arial" panose="020B0604020202020204" pitchFamily="34" charset="0"/>
              <a:buChar char="•"/>
              <a:tabLst/>
              <a:defRPr/>
            </a:pPr>
            <a:r>
              <a:rPr lang="en-US" dirty="0"/>
              <a:t>Click to edit Master text styles</a:t>
            </a:r>
          </a:p>
          <a:p>
            <a:pPr marL="118530" marR="0" lvl="0" indent="-118530" algn="l" defTabSz="914377" rtl="0" eaLnBrk="1" fontAlgn="auto" latinLnBrk="0" hangingPunct="1">
              <a:lnSpc>
                <a:spcPct val="100000"/>
              </a:lnSpc>
              <a:spcBef>
                <a:spcPts val="0"/>
              </a:spcBef>
              <a:spcAft>
                <a:spcPts val="400"/>
              </a:spcAft>
              <a:buClr>
                <a:schemeClr val="accent1"/>
              </a:buClr>
              <a:buSzTx/>
              <a:buFont typeface="Arial" panose="020B0604020202020204" pitchFamily="34" charset="0"/>
              <a:buChar char="•"/>
              <a:tabLst/>
              <a:defRPr/>
            </a:pPr>
            <a:r>
              <a:rPr lang="en-US" dirty="0"/>
              <a:t>Click to edit Master text styles</a:t>
            </a:r>
          </a:p>
          <a:p>
            <a:pPr lvl="0"/>
            <a:endParaRPr lang="en-US" dirty="0"/>
          </a:p>
        </p:txBody>
      </p:sp>
      <p:sp>
        <p:nvSpPr>
          <p:cNvPr id="11" name="Text Placeholder 10">
            <a:extLst>
              <a:ext uri="{FF2B5EF4-FFF2-40B4-BE49-F238E27FC236}">
                <a16:creationId xmlns:a16="http://schemas.microsoft.com/office/drawing/2014/main" id="{678FD2D1-54D0-384D-B6C4-1ADF79A1F6B9}"/>
              </a:ext>
            </a:extLst>
          </p:cNvPr>
          <p:cNvSpPr>
            <a:spLocks noGrp="1"/>
          </p:cNvSpPr>
          <p:nvPr>
            <p:ph type="body" sz="quarter" idx="22"/>
          </p:nvPr>
        </p:nvSpPr>
        <p:spPr>
          <a:xfrm>
            <a:off x="1178111" y="3624052"/>
            <a:ext cx="4462272" cy="380953"/>
          </a:xfrm>
        </p:spPr>
        <p:txBody>
          <a:bodyPr/>
          <a:lstStyle>
            <a:lvl1pPr marL="0" indent="0" algn="l">
              <a:lnSpc>
                <a:spcPct val="100000"/>
              </a:lnSpc>
              <a:buNone/>
              <a:defRPr sz="1900" b="1" i="0">
                <a:solidFill>
                  <a:schemeClr val="accent1"/>
                </a:solidFill>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19" name="Text Placeholder 7">
            <a:extLst>
              <a:ext uri="{FF2B5EF4-FFF2-40B4-BE49-F238E27FC236}">
                <a16:creationId xmlns:a16="http://schemas.microsoft.com/office/drawing/2014/main" id="{EA3CFA97-B918-A243-8347-81ABE5965E29}"/>
              </a:ext>
            </a:extLst>
          </p:cNvPr>
          <p:cNvSpPr>
            <a:spLocks noGrp="1"/>
          </p:cNvSpPr>
          <p:nvPr>
            <p:ph type="body" sz="quarter" idx="23"/>
          </p:nvPr>
        </p:nvSpPr>
        <p:spPr>
          <a:xfrm>
            <a:off x="6698743" y="3975024"/>
            <a:ext cx="4462272" cy="1658837"/>
          </a:xfrm>
        </p:spPr>
        <p:txBody>
          <a:bodyPr/>
          <a:lstStyle>
            <a:lvl1pPr marL="118530" marR="0" indent="-118530" algn="l" defTabSz="914377" rtl="0" eaLnBrk="1" fontAlgn="auto" latinLnBrk="0" hangingPunct="1">
              <a:lnSpc>
                <a:spcPct val="100000"/>
              </a:lnSpc>
              <a:spcBef>
                <a:spcPts val="0"/>
              </a:spcBef>
              <a:spcAft>
                <a:spcPts val="400"/>
              </a:spcAft>
              <a:buClr>
                <a:schemeClr val="accent1"/>
              </a:buClr>
              <a:buSzTx/>
              <a:buFont typeface="Arial" panose="020B0604020202020204" pitchFamily="34" charset="0"/>
              <a:buChar char="•"/>
              <a:tabLst/>
              <a:defRPr sz="1600"/>
            </a:lvl1pPr>
            <a:lvl2pPr marL="160863" indent="0">
              <a:buNone/>
              <a:defRPr/>
            </a:lvl2pPr>
          </a:lstStyle>
          <a:p>
            <a:pPr lvl="0"/>
            <a:r>
              <a:rPr lang="en-US" dirty="0"/>
              <a:t>Click to edit Master text styles</a:t>
            </a:r>
          </a:p>
          <a:p>
            <a:pPr marL="118530" marR="0" lvl="0" indent="-118530" algn="l" defTabSz="914377" rtl="0" eaLnBrk="1" fontAlgn="auto" latinLnBrk="0" hangingPunct="1">
              <a:lnSpc>
                <a:spcPct val="100000"/>
              </a:lnSpc>
              <a:spcBef>
                <a:spcPts val="0"/>
              </a:spcBef>
              <a:spcAft>
                <a:spcPts val="400"/>
              </a:spcAft>
              <a:buClr>
                <a:schemeClr val="accent1"/>
              </a:buClr>
              <a:buSzTx/>
              <a:buFont typeface="Arial" panose="020B0604020202020204" pitchFamily="34" charset="0"/>
              <a:buChar char="•"/>
              <a:tabLst/>
              <a:defRPr/>
            </a:pPr>
            <a:r>
              <a:rPr lang="en-US" dirty="0"/>
              <a:t>Click to edit Master text styles</a:t>
            </a:r>
          </a:p>
          <a:p>
            <a:pPr marL="118530" marR="0" lvl="0" indent="-118530" algn="l" defTabSz="914377" rtl="0" eaLnBrk="1" fontAlgn="auto" latinLnBrk="0" hangingPunct="1">
              <a:lnSpc>
                <a:spcPct val="100000"/>
              </a:lnSpc>
              <a:spcBef>
                <a:spcPts val="0"/>
              </a:spcBef>
              <a:spcAft>
                <a:spcPts val="400"/>
              </a:spcAft>
              <a:buClr>
                <a:schemeClr val="accent1"/>
              </a:buClr>
              <a:buSzTx/>
              <a:buFont typeface="Arial" panose="020B0604020202020204" pitchFamily="34" charset="0"/>
              <a:buChar char="•"/>
              <a:tabLst/>
              <a:defRPr/>
            </a:pPr>
            <a:r>
              <a:rPr lang="en-US" dirty="0"/>
              <a:t>Click to edit Master text styles</a:t>
            </a:r>
          </a:p>
          <a:p>
            <a:pPr marL="118530" marR="0" lvl="0" indent="-118530" algn="l" defTabSz="914377" rtl="0" eaLnBrk="1" fontAlgn="auto" latinLnBrk="0" hangingPunct="1">
              <a:lnSpc>
                <a:spcPct val="100000"/>
              </a:lnSpc>
              <a:spcBef>
                <a:spcPts val="0"/>
              </a:spcBef>
              <a:spcAft>
                <a:spcPts val="400"/>
              </a:spcAft>
              <a:buClr>
                <a:schemeClr val="accent1"/>
              </a:buClr>
              <a:buSzTx/>
              <a:buFont typeface="Arial" panose="020B0604020202020204" pitchFamily="34" charset="0"/>
              <a:buChar char="•"/>
              <a:tabLst/>
              <a:defRPr/>
            </a:pPr>
            <a:r>
              <a:rPr lang="en-US" dirty="0"/>
              <a:t>Click to edit Master text styles</a:t>
            </a:r>
          </a:p>
          <a:p>
            <a:pPr lvl="0"/>
            <a:endParaRPr lang="en-US" dirty="0"/>
          </a:p>
        </p:txBody>
      </p:sp>
      <p:sp>
        <p:nvSpPr>
          <p:cNvPr id="20" name="Text Placeholder 10">
            <a:extLst>
              <a:ext uri="{FF2B5EF4-FFF2-40B4-BE49-F238E27FC236}">
                <a16:creationId xmlns:a16="http://schemas.microsoft.com/office/drawing/2014/main" id="{71222A9A-C729-754A-AB5B-7F8262F611A3}"/>
              </a:ext>
            </a:extLst>
          </p:cNvPr>
          <p:cNvSpPr>
            <a:spLocks noGrp="1"/>
          </p:cNvSpPr>
          <p:nvPr>
            <p:ph type="body" sz="quarter" idx="24"/>
          </p:nvPr>
        </p:nvSpPr>
        <p:spPr>
          <a:xfrm>
            <a:off x="6698743" y="3624052"/>
            <a:ext cx="4462272" cy="380953"/>
          </a:xfrm>
        </p:spPr>
        <p:txBody>
          <a:bodyPr/>
          <a:lstStyle>
            <a:lvl1pPr marL="0" indent="0" algn="l">
              <a:lnSpc>
                <a:spcPct val="100000"/>
              </a:lnSpc>
              <a:buNone/>
              <a:defRPr sz="1900" b="1" i="0">
                <a:solidFill>
                  <a:schemeClr val="accent1"/>
                </a:solidFill>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12" name="Footer Placeholder 3">
            <a:extLst>
              <a:ext uri="{FF2B5EF4-FFF2-40B4-BE49-F238E27FC236}">
                <a16:creationId xmlns:a16="http://schemas.microsoft.com/office/drawing/2014/main" id="{34801EFD-7446-8E4E-AAEF-5C8D10FA2ADF}"/>
              </a:ext>
            </a:extLst>
          </p:cNvPr>
          <p:cNvSpPr>
            <a:spLocks noGrp="1"/>
          </p:cNvSpPr>
          <p:nvPr>
            <p:ph type="ftr" sz="quarter" idx="3"/>
          </p:nvPr>
        </p:nvSpPr>
        <p:spPr>
          <a:xfrm>
            <a:off x="7934692" y="6242305"/>
            <a:ext cx="3277715" cy="366183"/>
          </a:xfrm>
          <a:prstGeom prst="rect">
            <a:avLst/>
          </a:prstGeom>
        </p:spPr>
        <p:txBody>
          <a:bodyPr vert="horz" lIns="91440" tIns="45720" rIns="91440" bIns="45720" rtlCol="0" anchor="ctr"/>
          <a:lstStyle>
            <a:lvl1pPr algn="r">
              <a:defRPr sz="1067">
                <a:solidFill>
                  <a:schemeClr val="accent1"/>
                </a:solidFill>
              </a:defRPr>
            </a:lvl1pPr>
          </a:lstStyle>
          <a:p>
            <a:r>
              <a:rPr lang="en-US"/>
              <a:t>Type Division Name here</a:t>
            </a:r>
            <a:endParaRPr lang="en-US" dirty="0"/>
          </a:p>
        </p:txBody>
      </p:sp>
    </p:spTree>
    <p:extLst>
      <p:ext uri="{BB962C8B-B14F-4D97-AF65-F5344CB8AC3E}">
        <p14:creationId xmlns:p14="http://schemas.microsoft.com/office/powerpoint/2010/main" val="2564817030"/>
      </p:ext>
    </p:extLst>
  </p:cSld>
  <p:clrMapOvr>
    <a:masterClrMapping/>
  </p:clrMapOvr>
  <p:extLst>
    <p:ext uri="{DCECCB84-F9BA-43D5-87BE-67443E8EF086}">
      <p15:sldGuideLst xmlns:p15="http://schemas.microsoft.com/office/powerpoint/2012/main">
        <p15:guide id="2" orient="horz" pos="350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ab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19430-9D19-E74B-A985-0DFB9C995A6C}"/>
              </a:ext>
            </a:extLst>
          </p:cNvPr>
          <p:cNvSpPr>
            <a:spLocks noGrp="1"/>
          </p:cNvSpPr>
          <p:nvPr>
            <p:ph type="title"/>
          </p:nvPr>
        </p:nvSpPr>
        <p:spPr>
          <a:xfrm>
            <a:off x="513096" y="469285"/>
            <a:ext cx="11097749" cy="1056387"/>
          </a:xfrm>
        </p:spPr>
        <p:txBody>
          <a:bodyPr/>
          <a:lstStyle>
            <a:lvl1pPr>
              <a:lnSpc>
                <a:spcPct val="100000"/>
              </a:lnSpc>
              <a:defRPr sz="3200"/>
            </a:lvl1pPr>
          </a:lstStyle>
          <a:p>
            <a:r>
              <a:rPr lang="en-US" dirty="0"/>
              <a:t>Click to edit Master title style</a:t>
            </a:r>
          </a:p>
        </p:txBody>
      </p:sp>
      <p:sp>
        <p:nvSpPr>
          <p:cNvPr id="6" name="Slide Number Placeholder 5">
            <a:extLst>
              <a:ext uri="{FF2B5EF4-FFF2-40B4-BE49-F238E27FC236}">
                <a16:creationId xmlns:a16="http://schemas.microsoft.com/office/drawing/2014/main" id="{3B6D10EE-3796-1048-8D75-5FE9E3D92D9F}"/>
              </a:ext>
            </a:extLst>
          </p:cNvPr>
          <p:cNvSpPr>
            <a:spLocks noGrp="1"/>
          </p:cNvSpPr>
          <p:nvPr>
            <p:ph type="sldNum" sz="quarter" idx="12"/>
          </p:nvPr>
        </p:nvSpPr>
        <p:spPr>
          <a:xfrm>
            <a:off x="11213462" y="6244227"/>
            <a:ext cx="470647" cy="377952"/>
          </a:xfrm>
        </p:spPr>
        <p:txBody>
          <a:bodyPr/>
          <a:lstStyle>
            <a:lvl1pPr>
              <a:defRPr sz="1067"/>
            </a:lvl1pPr>
          </a:lstStyle>
          <a:p>
            <a:fld id="{66DE20E4-D496-034F-914D-F7F15B93E95B}" type="slidenum">
              <a:rPr lang="en-US" smtClean="0"/>
              <a:pPr/>
              <a:t>‹#›</a:t>
            </a:fld>
            <a:endParaRPr lang="en-US" dirty="0"/>
          </a:p>
        </p:txBody>
      </p:sp>
      <p:sp>
        <p:nvSpPr>
          <p:cNvPr id="13" name="Text Placeholder 12">
            <a:extLst>
              <a:ext uri="{FF2B5EF4-FFF2-40B4-BE49-F238E27FC236}">
                <a16:creationId xmlns:a16="http://schemas.microsoft.com/office/drawing/2014/main" id="{6B9D6CC0-54C1-DF41-9D85-A9549CADD0CA}"/>
              </a:ext>
            </a:extLst>
          </p:cNvPr>
          <p:cNvSpPr>
            <a:spLocks noGrp="1"/>
          </p:cNvSpPr>
          <p:nvPr>
            <p:ph type="body" sz="quarter" idx="13" hasCustomPrompt="1"/>
          </p:nvPr>
        </p:nvSpPr>
        <p:spPr>
          <a:xfrm>
            <a:off x="514712" y="5693822"/>
            <a:ext cx="10766069" cy="365125"/>
          </a:xfrm>
          <a:prstGeom prst="rect">
            <a:avLst/>
          </a:prstGeom>
        </p:spPr>
        <p:txBody>
          <a:bodyPr anchor="b"/>
          <a:lstStyle>
            <a:lvl1pPr marL="0" indent="0">
              <a:lnSpc>
                <a:spcPct val="100000"/>
              </a:lnSpc>
              <a:buNone/>
              <a:defRPr sz="933">
                <a:solidFill>
                  <a:schemeClr val="tx2"/>
                </a:solidFill>
              </a:defRPr>
            </a:lvl1pPr>
          </a:lstStyle>
          <a:p>
            <a:pPr lvl="0"/>
            <a:r>
              <a:rPr lang="en-US" dirty="0"/>
              <a:t>Click to edit Footnote </a:t>
            </a:r>
          </a:p>
        </p:txBody>
      </p:sp>
      <p:sp>
        <p:nvSpPr>
          <p:cNvPr id="15" name="Text Placeholder 2">
            <a:extLst>
              <a:ext uri="{FF2B5EF4-FFF2-40B4-BE49-F238E27FC236}">
                <a16:creationId xmlns:a16="http://schemas.microsoft.com/office/drawing/2014/main" id="{696D0A15-2CF4-DA40-BF58-852272C3CFE2}"/>
              </a:ext>
            </a:extLst>
          </p:cNvPr>
          <p:cNvSpPr>
            <a:spLocks noGrp="1"/>
          </p:cNvSpPr>
          <p:nvPr>
            <p:ph type="body" sz="quarter" idx="15"/>
          </p:nvPr>
        </p:nvSpPr>
        <p:spPr>
          <a:xfrm>
            <a:off x="17080549" y="527327"/>
            <a:ext cx="4267200" cy="258532"/>
          </a:xfrm>
          <a:prstGeom prst="rect">
            <a:avLst/>
          </a:prstGeom>
        </p:spPr>
        <p:txBody>
          <a:bodyPr wrap="square" rIns="457200" anchor="ctr">
            <a:spAutoFit/>
          </a:bodyPr>
          <a:lstStyle>
            <a:lvl1pPr algn="r">
              <a:defRPr sz="1200" b="1">
                <a:solidFill>
                  <a:schemeClr val="tx1"/>
                </a:solidFill>
              </a:defRPr>
            </a:lvl1pPr>
          </a:lstStyle>
          <a:p>
            <a:pPr lvl="0"/>
            <a:r>
              <a:rPr lang="en-US" dirty="0"/>
              <a:t>Click to edit Master text styles</a:t>
            </a:r>
          </a:p>
        </p:txBody>
      </p:sp>
      <p:sp>
        <p:nvSpPr>
          <p:cNvPr id="14" name="Table Placeholder 13">
            <a:extLst>
              <a:ext uri="{FF2B5EF4-FFF2-40B4-BE49-F238E27FC236}">
                <a16:creationId xmlns:a16="http://schemas.microsoft.com/office/drawing/2014/main" id="{D270908A-23D5-CD43-8692-062EB0F4A7A9}"/>
              </a:ext>
            </a:extLst>
          </p:cNvPr>
          <p:cNvSpPr>
            <a:spLocks noGrp="1"/>
          </p:cNvSpPr>
          <p:nvPr>
            <p:ph type="tbl" sz="quarter" idx="17"/>
          </p:nvPr>
        </p:nvSpPr>
        <p:spPr>
          <a:xfrm>
            <a:off x="503347" y="2999232"/>
            <a:ext cx="11230899" cy="2680157"/>
          </a:xfrm>
          <a:noFill/>
        </p:spPr>
        <p:txBody>
          <a:bodyPr lIns="228600" tIns="54864" rIns="228600" bIns="0" anchor="ctr"/>
          <a:lstStyle>
            <a:lvl1pPr marL="0" indent="0" algn="ctr">
              <a:buNone/>
              <a:defRPr>
                <a:solidFill>
                  <a:schemeClr val="accent1"/>
                </a:solidFill>
              </a:defRPr>
            </a:lvl1pPr>
          </a:lstStyle>
          <a:p>
            <a:endParaRPr lang="en-US" dirty="0"/>
          </a:p>
        </p:txBody>
      </p:sp>
      <p:sp>
        <p:nvSpPr>
          <p:cNvPr id="10" name="Footer Placeholder 3">
            <a:extLst>
              <a:ext uri="{FF2B5EF4-FFF2-40B4-BE49-F238E27FC236}">
                <a16:creationId xmlns:a16="http://schemas.microsoft.com/office/drawing/2014/main" id="{A91CB174-5B4E-3040-9C32-90B63AD71B46}"/>
              </a:ext>
            </a:extLst>
          </p:cNvPr>
          <p:cNvSpPr>
            <a:spLocks noGrp="1"/>
          </p:cNvSpPr>
          <p:nvPr>
            <p:ph type="ftr" sz="quarter" idx="3"/>
          </p:nvPr>
        </p:nvSpPr>
        <p:spPr>
          <a:xfrm>
            <a:off x="7930558" y="6241565"/>
            <a:ext cx="3282903" cy="366183"/>
          </a:xfrm>
          <a:prstGeom prst="rect">
            <a:avLst/>
          </a:prstGeom>
        </p:spPr>
        <p:txBody>
          <a:bodyPr vert="horz" lIns="91440" tIns="45720" rIns="91440" bIns="45720" rtlCol="0" anchor="ctr"/>
          <a:lstStyle>
            <a:lvl1pPr algn="r">
              <a:defRPr sz="1067">
                <a:solidFill>
                  <a:schemeClr val="accent1"/>
                </a:solidFill>
              </a:defRPr>
            </a:lvl1pPr>
          </a:lstStyle>
          <a:p>
            <a:r>
              <a:rPr lang="en-US"/>
              <a:t>Type Division Name here</a:t>
            </a:r>
            <a:endParaRPr lang="en-US" dirty="0"/>
          </a:p>
        </p:txBody>
      </p:sp>
    </p:spTree>
    <p:extLst>
      <p:ext uri="{BB962C8B-B14F-4D97-AF65-F5344CB8AC3E}">
        <p14:creationId xmlns:p14="http://schemas.microsoft.com/office/powerpoint/2010/main" val="1178407992"/>
      </p:ext>
    </p:extLst>
  </p:cSld>
  <p:clrMapOvr>
    <a:masterClrMapping/>
  </p:clrMapOvr>
  <p:extLst>
    <p:ext uri="{DCECCB84-F9BA-43D5-87BE-67443E8EF086}">
      <p15:sldGuideLst xmlns:p15="http://schemas.microsoft.com/office/powerpoint/2012/main">
        <p15:guide id="2" orient="horz" pos="350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ab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19430-9D19-E74B-A985-0DFB9C995A6C}"/>
              </a:ext>
            </a:extLst>
          </p:cNvPr>
          <p:cNvSpPr>
            <a:spLocks noGrp="1"/>
          </p:cNvSpPr>
          <p:nvPr>
            <p:ph type="title"/>
          </p:nvPr>
        </p:nvSpPr>
        <p:spPr>
          <a:xfrm>
            <a:off x="517234" y="469286"/>
            <a:ext cx="11096132" cy="633457"/>
          </a:xfrm>
        </p:spPr>
        <p:txBody>
          <a:bodyPr/>
          <a:lstStyle>
            <a:lvl1pPr>
              <a:lnSpc>
                <a:spcPct val="100000"/>
              </a:lnSpc>
              <a:defRPr sz="3200"/>
            </a:lvl1pPr>
          </a:lstStyle>
          <a:p>
            <a:r>
              <a:rPr lang="en-US" dirty="0"/>
              <a:t>Click to edit Master title style</a:t>
            </a:r>
          </a:p>
        </p:txBody>
      </p:sp>
      <p:sp>
        <p:nvSpPr>
          <p:cNvPr id="6" name="Slide Number Placeholder 5">
            <a:extLst>
              <a:ext uri="{FF2B5EF4-FFF2-40B4-BE49-F238E27FC236}">
                <a16:creationId xmlns:a16="http://schemas.microsoft.com/office/drawing/2014/main" id="{3B6D10EE-3796-1048-8D75-5FE9E3D92D9F}"/>
              </a:ext>
            </a:extLst>
          </p:cNvPr>
          <p:cNvSpPr>
            <a:spLocks noGrp="1"/>
          </p:cNvSpPr>
          <p:nvPr>
            <p:ph type="sldNum" sz="quarter" idx="12"/>
          </p:nvPr>
        </p:nvSpPr>
        <p:spPr>
          <a:xfrm>
            <a:off x="11213462" y="6244227"/>
            <a:ext cx="470647" cy="377952"/>
          </a:xfrm>
        </p:spPr>
        <p:txBody>
          <a:bodyPr/>
          <a:lstStyle>
            <a:lvl1pPr>
              <a:defRPr sz="1067"/>
            </a:lvl1pPr>
          </a:lstStyle>
          <a:p>
            <a:fld id="{66DE20E4-D496-034F-914D-F7F15B93E95B}" type="slidenum">
              <a:rPr lang="en-US" smtClean="0"/>
              <a:pPr/>
              <a:t>‹#›</a:t>
            </a:fld>
            <a:endParaRPr lang="en-US" dirty="0"/>
          </a:p>
        </p:txBody>
      </p:sp>
      <p:sp>
        <p:nvSpPr>
          <p:cNvPr id="8" name="Text Placeholder 12">
            <a:extLst>
              <a:ext uri="{FF2B5EF4-FFF2-40B4-BE49-F238E27FC236}">
                <a16:creationId xmlns:a16="http://schemas.microsoft.com/office/drawing/2014/main" id="{548785B2-1A75-0248-A02D-593644343089}"/>
              </a:ext>
            </a:extLst>
          </p:cNvPr>
          <p:cNvSpPr>
            <a:spLocks noGrp="1"/>
          </p:cNvSpPr>
          <p:nvPr>
            <p:ph type="body" sz="quarter" idx="13" hasCustomPrompt="1"/>
          </p:nvPr>
        </p:nvSpPr>
        <p:spPr>
          <a:xfrm>
            <a:off x="514711" y="5693822"/>
            <a:ext cx="11072348" cy="365125"/>
          </a:xfrm>
          <a:prstGeom prst="rect">
            <a:avLst/>
          </a:prstGeom>
        </p:spPr>
        <p:txBody>
          <a:bodyPr anchor="b"/>
          <a:lstStyle>
            <a:lvl1pPr marL="0" indent="0">
              <a:lnSpc>
                <a:spcPct val="100000"/>
              </a:lnSpc>
              <a:buNone/>
              <a:defRPr sz="933">
                <a:solidFill>
                  <a:schemeClr val="tx2"/>
                </a:solidFill>
              </a:defRPr>
            </a:lvl1pPr>
          </a:lstStyle>
          <a:p>
            <a:pPr lvl="0"/>
            <a:r>
              <a:rPr lang="en-US" dirty="0"/>
              <a:t>Click to edit Footnote </a:t>
            </a:r>
          </a:p>
        </p:txBody>
      </p:sp>
      <p:sp>
        <p:nvSpPr>
          <p:cNvPr id="4" name="Table Placeholder 3">
            <a:extLst>
              <a:ext uri="{FF2B5EF4-FFF2-40B4-BE49-F238E27FC236}">
                <a16:creationId xmlns:a16="http://schemas.microsoft.com/office/drawing/2014/main" id="{18412AE7-14E8-314D-8735-18215A59D225}"/>
              </a:ext>
            </a:extLst>
          </p:cNvPr>
          <p:cNvSpPr>
            <a:spLocks noGrp="1"/>
          </p:cNvSpPr>
          <p:nvPr>
            <p:ph type="tbl" sz="quarter" idx="14"/>
          </p:nvPr>
        </p:nvSpPr>
        <p:spPr>
          <a:xfrm>
            <a:off x="609600" y="1658112"/>
            <a:ext cx="10972800" cy="4035552"/>
          </a:xfrm>
        </p:spPr>
        <p:txBody>
          <a:bodyPr anchor="ctr"/>
          <a:lstStyle>
            <a:lvl1pPr marL="0" indent="0" algn="ctr">
              <a:buNone/>
              <a:defRPr sz="1200">
                <a:solidFill>
                  <a:schemeClr val="accent1"/>
                </a:solidFill>
              </a:defRPr>
            </a:lvl1pPr>
          </a:lstStyle>
          <a:p>
            <a:endParaRPr lang="en-US"/>
          </a:p>
        </p:txBody>
      </p:sp>
      <p:sp>
        <p:nvSpPr>
          <p:cNvPr id="7" name="Footer Placeholder 3">
            <a:extLst>
              <a:ext uri="{FF2B5EF4-FFF2-40B4-BE49-F238E27FC236}">
                <a16:creationId xmlns:a16="http://schemas.microsoft.com/office/drawing/2014/main" id="{0757D4EE-7E0C-E842-839C-0E9231F5BB1B}"/>
              </a:ext>
            </a:extLst>
          </p:cNvPr>
          <p:cNvSpPr>
            <a:spLocks noGrp="1"/>
          </p:cNvSpPr>
          <p:nvPr>
            <p:ph type="ftr" sz="quarter" idx="3"/>
          </p:nvPr>
        </p:nvSpPr>
        <p:spPr>
          <a:xfrm>
            <a:off x="7930558" y="6241565"/>
            <a:ext cx="3284969" cy="366183"/>
          </a:xfrm>
          <a:prstGeom prst="rect">
            <a:avLst/>
          </a:prstGeom>
        </p:spPr>
        <p:txBody>
          <a:bodyPr vert="horz" lIns="91440" tIns="45720" rIns="91440" bIns="45720" rtlCol="0" anchor="ctr"/>
          <a:lstStyle>
            <a:lvl1pPr algn="r">
              <a:defRPr sz="1067">
                <a:solidFill>
                  <a:schemeClr val="accent1"/>
                </a:solidFill>
              </a:defRPr>
            </a:lvl1pPr>
          </a:lstStyle>
          <a:p>
            <a:r>
              <a:rPr lang="en-US" dirty="0"/>
              <a:t>Type Division Name here</a:t>
            </a:r>
          </a:p>
        </p:txBody>
      </p:sp>
    </p:spTree>
    <p:extLst>
      <p:ext uri="{BB962C8B-B14F-4D97-AF65-F5344CB8AC3E}">
        <p14:creationId xmlns:p14="http://schemas.microsoft.com/office/powerpoint/2010/main" val="292152723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and large p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19430-9D19-E74B-A985-0DFB9C995A6C}"/>
              </a:ext>
            </a:extLst>
          </p:cNvPr>
          <p:cNvSpPr>
            <a:spLocks noGrp="1"/>
          </p:cNvSpPr>
          <p:nvPr>
            <p:ph type="title"/>
          </p:nvPr>
        </p:nvSpPr>
        <p:spPr>
          <a:xfrm>
            <a:off x="517233" y="469286"/>
            <a:ext cx="5364480" cy="1096841"/>
          </a:xfrm>
        </p:spPr>
        <p:txBody>
          <a:bodyPr/>
          <a:lstStyle>
            <a:lvl1pPr>
              <a:lnSpc>
                <a:spcPct val="100000"/>
              </a:lnSpc>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6FFA7B42-D455-1E4D-9ED5-D09FA229AD73}"/>
              </a:ext>
            </a:extLst>
          </p:cNvPr>
          <p:cNvSpPr>
            <a:spLocks noGrp="1"/>
          </p:cNvSpPr>
          <p:nvPr>
            <p:ph idx="1"/>
          </p:nvPr>
        </p:nvSpPr>
        <p:spPr>
          <a:xfrm>
            <a:off x="499872" y="1828800"/>
            <a:ext cx="5364480" cy="3864696"/>
          </a:xfrm>
        </p:spPr>
        <p:txBody>
          <a:bodyPr/>
          <a:lstStyle>
            <a:lvl1pPr marL="122764" indent="-122764">
              <a:lnSpc>
                <a:spcPct val="100000"/>
              </a:lnSpc>
              <a:spcBef>
                <a:spcPts val="400"/>
              </a:spcBef>
              <a:spcAft>
                <a:spcPts val="800"/>
              </a:spcAft>
              <a:buClr>
                <a:schemeClr val="accent1"/>
              </a:buClr>
              <a:tabLst/>
              <a:defRPr sz="1900">
                <a:solidFill>
                  <a:schemeClr val="accent1"/>
                </a:solidFill>
              </a:defRPr>
            </a:lvl1pPr>
            <a:lvl2pPr marL="268811" indent="-110064">
              <a:lnSpc>
                <a:spcPct val="100000"/>
              </a:lnSpc>
              <a:spcBef>
                <a:spcPts val="0"/>
              </a:spcBef>
              <a:spcAft>
                <a:spcPts val="800"/>
              </a:spcAft>
              <a:buClr>
                <a:schemeClr val="accent1"/>
              </a:buClr>
              <a:buFont typeface="System Font Regular"/>
              <a:buChar char="-"/>
              <a:tabLst/>
              <a:defRPr sz="1900">
                <a:solidFill>
                  <a:schemeClr val="accent1"/>
                </a:solidFill>
              </a:defRPr>
            </a:lvl2pPr>
            <a:lvl3pPr marL="408507" indent="-118530">
              <a:lnSpc>
                <a:spcPct val="100000"/>
              </a:lnSpc>
              <a:spcBef>
                <a:spcPts val="0"/>
              </a:spcBef>
              <a:spcAft>
                <a:spcPts val="800"/>
              </a:spcAft>
              <a:buClr>
                <a:schemeClr val="accent1"/>
              </a:buClr>
              <a:tabLst/>
              <a:defRPr sz="1600">
                <a:solidFill>
                  <a:schemeClr val="accent1"/>
                </a:solidFill>
              </a:defRPr>
            </a:lvl3pPr>
            <a:lvl4pPr marL="527037" indent="-107948">
              <a:lnSpc>
                <a:spcPct val="100000"/>
              </a:lnSpc>
              <a:spcBef>
                <a:spcPts val="0"/>
              </a:spcBef>
              <a:spcAft>
                <a:spcPts val="800"/>
              </a:spcAft>
              <a:buClr>
                <a:schemeClr val="accent1"/>
              </a:buClr>
              <a:buFont typeface="System Font Regular"/>
              <a:buChar char="-"/>
              <a:tabLst/>
              <a:defRPr sz="1500">
                <a:solidFill>
                  <a:schemeClr val="accent1"/>
                </a:solidFill>
              </a:defRPr>
            </a:lvl4pPr>
            <a:lvl5pPr marL="666734" indent="-118530">
              <a:lnSpc>
                <a:spcPct val="100000"/>
              </a:lnSpc>
              <a:spcBef>
                <a:spcPts val="0"/>
              </a:spcBef>
              <a:spcAft>
                <a:spcPts val="800"/>
              </a:spcAft>
              <a:buClr>
                <a:schemeClr val="accent1"/>
              </a:buClr>
              <a:tabLst/>
              <a:defRPr sz="1400">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12">
            <a:extLst>
              <a:ext uri="{FF2B5EF4-FFF2-40B4-BE49-F238E27FC236}">
                <a16:creationId xmlns:a16="http://schemas.microsoft.com/office/drawing/2014/main" id="{548785B2-1A75-0248-A02D-593644343089}"/>
              </a:ext>
            </a:extLst>
          </p:cNvPr>
          <p:cNvSpPr>
            <a:spLocks noGrp="1"/>
          </p:cNvSpPr>
          <p:nvPr>
            <p:ph type="body" sz="quarter" idx="13" hasCustomPrompt="1"/>
          </p:nvPr>
        </p:nvSpPr>
        <p:spPr>
          <a:xfrm>
            <a:off x="514712" y="5693822"/>
            <a:ext cx="5364480" cy="365125"/>
          </a:xfrm>
          <a:prstGeom prst="rect">
            <a:avLst/>
          </a:prstGeom>
        </p:spPr>
        <p:txBody>
          <a:bodyPr anchor="b"/>
          <a:lstStyle>
            <a:lvl1pPr marL="0" indent="0">
              <a:lnSpc>
                <a:spcPct val="100000"/>
              </a:lnSpc>
              <a:buNone/>
              <a:defRPr sz="933">
                <a:solidFill>
                  <a:schemeClr val="tx2"/>
                </a:solidFill>
              </a:defRPr>
            </a:lvl1pPr>
          </a:lstStyle>
          <a:p>
            <a:pPr lvl="0"/>
            <a:r>
              <a:rPr lang="en-US" dirty="0"/>
              <a:t>Click to edit Footnote </a:t>
            </a:r>
          </a:p>
        </p:txBody>
      </p:sp>
      <p:sp>
        <p:nvSpPr>
          <p:cNvPr id="5" name="Picture Placeholder 4">
            <a:extLst>
              <a:ext uri="{FF2B5EF4-FFF2-40B4-BE49-F238E27FC236}">
                <a16:creationId xmlns:a16="http://schemas.microsoft.com/office/drawing/2014/main" id="{C345672C-A430-2248-88EB-1CB311F352A6}"/>
              </a:ext>
            </a:extLst>
          </p:cNvPr>
          <p:cNvSpPr>
            <a:spLocks noGrp="1"/>
          </p:cNvSpPr>
          <p:nvPr>
            <p:ph type="pic" sz="quarter" idx="14"/>
          </p:nvPr>
        </p:nvSpPr>
        <p:spPr>
          <a:xfrm>
            <a:off x="6212619" y="1"/>
            <a:ext cx="5979381" cy="6857999"/>
          </a:xfrm>
          <a:solidFill>
            <a:schemeClr val="tx2"/>
          </a:solidFill>
        </p:spPr>
        <p:txBody>
          <a:bodyPr anchor="ctr"/>
          <a:lstStyle>
            <a:lvl1pPr marL="0" indent="0" algn="ctr">
              <a:buNone/>
              <a:defRPr sz="1600"/>
            </a:lvl1pPr>
          </a:lstStyle>
          <a:p>
            <a:endParaRPr lang="en-US"/>
          </a:p>
        </p:txBody>
      </p:sp>
      <p:sp>
        <p:nvSpPr>
          <p:cNvPr id="9" name="Footer Placeholder 3">
            <a:extLst>
              <a:ext uri="{FF2B5EF4-FFF2-40B4-BE49-F238E27FC236}">
                <a16:creationId xmlns:a16="http://schemas.microsoft.com/office/drawing/2014/main" id="{AA237B01-3300-A94F-955A-022A5B7FCC2D}"/>
              </a:ext>
            </a:extLst>
          </p:cNvPr>
          <p:cNvSpPr>
            <a:spLocks noGrp="1"/>
          </p:cNvSpPr>
          <p:nvPr>
            <p:ph type="ftr" sz="quarter" idx="3"/>
          </p:nvPr>
        </p:nvSpPr>
        <p:spPr>
          <a:xfrm>
            <a:off x="7936345" y="6241565"/>
            <a:ext cx="3282903" cy="366183"/>
          </a:xfrm>
          <a:prstGeom prst="rect">
            <a:avLst/>
          </a:prstGeom>
        </p:spPr>
        <p:txBody>
          <a:bodyPr vert="horz" lIns="91440" tIns="45720" rIns="91440" bIns="45720" rtlCol="0" anchor="ctr"/>
          <a:lstStyle>
            <a:lvl1pPr algn="r">
              <a:defRPr sz="1067">
                <a:solidFill>
                  <a:schemeClr val="accent1"/>
                </a:solidFill>
              </a:defRPr>
            </a:lvl1pPr>
          </a:lstStyle>
          <a:p>
            <a:r>
              <a:rPr lang="en-US" dirty="0"/>
              <a:t>Type Division Name here</a:t>
            </a:r>
          </a:p>
        </p:txBody>
      </p:sp>
      <p:sp>
        <p:nvSpPr>
          <p:cNvPr id="6" name="Slide Number Placeholder 5">
            <a:extLst>
              <a:ext uri="{FF2B5EF4-FFF2-40B4-BE49-F238E27FC236}">
                <a16:creationId xmlns:a16="http://schemas.microsoft.com/office/drawing/2014/main" id="{3B6D10EE-3796-1048-8D75-5FE9E3D92D9F}"/>
              </a:ext>
            </a:extLst>
          </p:cNvPr>
          <p:cNvSpPr>
            <a:spLocks noGrp="1"/>
          </p:cNvSpPr>
          <p:nvPr>
            <p:ph type="sldNum" sz="quarter" idx="12"/>
          </p:nvPr>
        </p:nvSpPr>
        <p:spPr>
          <a:xfrm>
            <a:off x="11213462" y="6244227"/>
            <a:ext cx="470647" cy="377952"/>
          </a:xfrm>
        </p:spPr>
        <p:txBody>
          <a:bodyPr/>
          <a:lstStyle>
            <a:lvl1pPr>
              <a:defRPr sz="1067">
                <a:solidFill>
                  <a:schemeClr val="bg2"/>
                </a:solidFill>
              </a:defRPr>
            </a:lvl1pPr>
          </a:lstStyle>
          <a:p>
            <a:fld id="{66DE20E4-D496-034F-914D-F7F15B93E95B}" type="slidenum">
              <a:rPr lang="en-US" smtClean="0"/>
              <a:pPr/>
              <a:t>‹#›</a:t>
            </a:fld>
            <a:endParaRPr lang="en-US" dirty="0"/>
          </a:p>
        </p:txBody>
      </p:sp>
    </p:spTree>
    <p:extLst>
      <p:ext uri="{BB962C8B-B14F-4D97-AF65-F5344CB8AC3E}">
        <p14:creationId xmlns:p14="http://schemas.microsoft.com/office/powerpoint/2010/main" val="24565339"/>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and small p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19430-9D19-E74B-A985-0DFB9C995A6C}"/>
              </a:ext>
            </a:extLst>
          </p:cNvPr>
          <p:cNvSpPr>
            <a:spLocks noGrp="1"/>
          </p:cNvSpPr>
          <p:nvPr>
            <p:ph type="title"/>
          </p:nvPr>
        </p:nvSpPr>
        <p:spPr>
          <a:xfrm>
            <a:off x="517234" y="469286"/>
            <a:ext cx="11096132" cy="633457"/>
          </a:xfrm>
        </p:spPr>
        <p:txBody>
          <a:bodyPr/>
          <a:lstStyle>
            <a:lvl1pPr>
              <a:lnSpc>
                <a:spcPct val="100000"/>
              </a:lnSpc>
              <a:defRPr sz="3200"/>
            </a:lvl1pPr>
          </a:lstStyle>
          <a:p>
            <a:r>
              <a:rPr lang="en-US" dirty="0"/>
              <a:t>Click to edit Master title style</a:t>
            </a:r>
          </a:p>
        </p:txBody>
      </p:sp>
      <p:sp>
        <p:nvSpPr>
          <p:cNvPr id="6" name="Slide Number Placeholder 5">
            <a:extLst>
              <a:ext uri="{FF2B5EF4-FFF2-40B4-BE49-F238E27FC236}">
                <a16:creationId xmlns:a16="http://schemas.microsoft.com/office/drawing/2014/main" id="{3B6D10EE-3796-1048-8D75-5FE9E3D92D9F}"/>
              </a:ext>
            </a:extLst>
          </p:cNvPr>
          <p:cNvSpPr>
            <a:spLocks noGrp="1"/>
          </p:cNvSpPr>
          <p:nvPr>
            <p:ph type="sldNum" sz="quarter" idx="12"/>
          </p:nvPr>
        </p:nvSpPr>
        <p:spPr>
          <a:xfrm>
            <a:off x="11213462" y="6244227"/>
            <a:ext cx="470647" cy="377952"/>
          </a:xfrm>
        </p:spPr>
        <p:txBody>
          <a:bodyPr/>
          <a:lstStyle>
            <a:lvl1pPr>
              <a:defRPr sz="1067"/>
            </a:lvl1pPr>
          </a:lstStyle>
          <a:p>
            <a:fld id="{66DE20E4-D496-034F-914D-F7F15B93E95B}" type="slidenum">
              <a:rPr lang="en-US" smtClean="0"/>
              <a:pPr/>
              <a:t>‹#›</a:t>
            </a:fld>
            <a:endParaRPr lang="en-US" dirty="0"/>
          </a:p>
        </p:txBody>
      </p:sp>
      <p:sp>
        <p:nvSpPr>
          <p:cNvPr id="8" name="Text Placeholder 12">
            <a:extLst>
              <a:ext uri="{FF2B5EF4-FFF2-40B4-BE49-F238E27FC236}">
                <a16:creationId xmlns:a16="http://schemas.microsoft.com/office/drawing/2014/main" id="{548785B2-1A75-0248-A02D-593644343089}"/>
              </a:ext>
            </a:extLst>
          </p:cNvPr>
          <p:cNvSpPr>
            <a:spLocks noGrp="1"/>
          </p:cNvSpPr>
          <p:nvPr>
            <p:ph type="body" sz="quarter" idx="13" hasCustomPrompt="1"/>
          </p:nvPr>
        </p:nvSpPr>
        <p:spPr>
          <a:xfrm>
            <a:off x="514712" y="5693822"/>
            <a:ext cx="5364480" cy="365125"/>
          </a:xfrm>
          <a:prstGeom prst="rect">
            <a:avLst/>
          </a:prstGeom>
        </p:spPr>
        <p:txBody>
          <a:bodyPr anchor="b"/>
          <a:lstStyle>
            <a:lvl1pPr marL="0" indent="0">
              <a:lnSpc>
                <a:spcPct val="100000"/>
              </a:lnSpc>
              <a:buNone/>
              <a:defRPr sz="933">
                <a:solidFill>
                  <a:schemeClr val="tx2"/>
                </a:solidFill>
              </a:defRPr>
            </a:lvl1pPr>
          </a:lstStyle>
          <a:p>
            <a:pPr lvl="0"/>
            <a:r>
              <a:rPr lang="en-US" dirty="0"/>
              <a:t>Click to edit Footnote </a:t>
            </a:r>
          </a:p>
        </p:txBody>
      </p:sp>
      <p:sp>
        <p:nvSpPr>
          <p:cNvPr id="5" name="Picture Placeholder 4">
            <a:extLst>
              <a:ext uri="{FF2B5EF4-FFF2-40B4-BE49-F238E27FC236}">
                <a16:creationId xmlns:a16="http://schemas.microsoft.com/office/drawing/2014/main" id="{C345672C-A430-2248-88EB-1CB311F352A6}"/>
              </a:ext>
            </a:extLst>
          </p:cNvPr>
          <p:cNvSpPr>
            <a:spLocks noGrp="1"/>
          </p:cNvSpPr>
          <p:nvPr>
            <p:ph type="pic" sz="quarter" idx="14"/>
          </p:nvPr>
        </p:nvSpPr>
        <p:spPr>
          <a:xfrm>
            <a:off x="6212619" y="1462618"/>
            <a:ext cx="5369781" cy="4596329"/>
          </a:xfrm>
          <a:solidFill>
            <a:schemeClr val="tx2"/>
          </a:solidFill>
        </p:spPr>
        <p:txBody>
          <a:bodyPr anchor="ctr"/>
          <a:lstStyle>
            <a:lvl1pPr marL="0" indent="0" algn="ctr">
              <a:buNone/>
              <a:defRPr sz="1600"/>
            </a:lvl1pPr>
          </a:lstStyle>
          <a:p>
            <a:endParaRPr lang="en-US"/>
          </a:p>
        </p:txBody>
      </p:sp>
      <p:sp>
        <p:nvSpPr>
          <p:cNvPr id="7" name="Content Placeholder 2">
            <a:extLst>
              <a:ext uri="{FF2B5EF4-FFF2-40B4-BE49-F238E27FC236}">
                <a16:creationId xmlns:a16="http://schemas.microsoft.com/office/drawing/2014/main" id="{2B3F8211-32E1-A14E-9058-DC9702739171}"/>
              </a:ext>
            </a:extLst>
          </p:cNvPr>
          <p:cNvSpPr>
            <a:spLocks noGrp="1"/>
          </p:cNvSpPr>
          <p:nvPr>
            <p:ph idx="15"/>
          </p:nvPr>
        </p:nvSpPr>
        <p:spPr>
          <a:xfrm>
            <a:off x="499872" y="1462617"/>
            <a:ext cx="5364480" cy="4231204"/>
          </a:xfrm>
        </p:spPr>
        <p:txBody>
          <a:bodyPr/>
          <a:lstStyle>
            <a:lvl1pPr marL="122764" indent="-122764">
              <a:lnSpc>
                <a:spcPct val="100000"/>
              </a:lnSpc>
              <a:spcBef>
                <a:spcPts val="400"/>
              </a:spcBef>
              <a:spcAft>
                <a:spcPts val="800"/>
              </a:spcAft>
              <a:buClr>
                <a:schemeClr val="accent1"/>
              </a:buClr>
              <a:tabLst/>
              <a:defRPr sz="1900">
                <a:solidFill>
                  <a:schemeClr val="accent1"/>
                </a:solidFill>
              </a:defRPr>
            </a:lvl1pPr>
            <a:lvl2pPr marL="268811" indent="-122764">
              <a:lnSpc>
                <a:spcPct val="100000"/>
              </a:lnSpc>
              <a:spcBef>
                <a:spcPts val="0"/>
              </a:spcBef>
              <a:spcAft>
                <a:spcPts val="800"/>
              </a:spcAft>
              <a:buClr>
                <a:schemeClr val="accent1"/>
              </a:buClr>
              <a:buFont typeface="System Font Regular"/>
              <a:buChar char="-"/>
              <a:tabLst/>
              <a:defRPr sz="1900">
                <a:solidFill>
                  <a:schemeClr val="accent1"/>
                </a:solidFill>
              </a:defRPr>
            </a:lvl2pPr>
            <a:lvl3pPr marL="387341" indent="-107948">
              <a:lnSpc>
                <a:spcPct val="100000"/>
              </a:lnSpc>
              <a:spcBef>
                <a:spcPts val="0"/>
              </a:spcBef>
              <a:spcAft>
                <a:spcPts val="800"/>
              </a:spcAft>
              <a:buClr>
                <a:schemeClr val="accent1"/>
              </a:buClr>
              <a:tabLst/>
              <a:defRPr sz="1600">
                <a:solidFill>
                  <a:schemeClr val="accent1"/>
                </a:solidFill>
              </a:defRPr>
            </a:lvl3pPr>
            <a:lvl4pPr marL="505871" indent="-118530">
              <a:lnSpc>
                <a:spcPct val="100000"/>
              </a:lnSpc>
              <a:spcBef>
                <a:spcPts val="0"/>
              </a:spcBef>
              <a:spcAft>
                <a:spcPts val="800"/>
              </a:spcAft>
              <a:buClr>
                <a:schemeClr val="accent1"/>
              </a:buClr>
              <a:buFont typeface="System Font Regular"/>
              <a:buChar char="-"/>
              <a:tabLst/>
              <a:defRPr sz="1500">
                <a:solidFill>
                  <a:schemeClr val="accent1"/>
                </a:solidFill>
              </a:defRPr>
            </a:lvl4pPr>
            <a:lvl5pPr marL="613818" indent="-97364">
              <a:lnSpc>
                <a:spcPct val="100000"/>
              </a:lnSpc>
              <a:spcBef>
                <a:spcPts val="0"/>
              </a:spcBef>
              <a:spcAft>
                <a:spcPts val="800"/>
              </a:spcAft>
              <a:buClr>
                <a:schemeClr val="accent1"/>
              </a:buClr>
              <a:tabLst/>
              <a:defRPr sz="1400">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3">
            <a:extLst>
              <a:ext uri="{FF2B5EF4-FFF2-40B4-BE49-F238E27FC236}">
                <a16:creationId xmlns:a16="http://schemas.microsoft.com/office/drawing/2014/main" id="{D1101829-B714-6E46-BE01-D5626AC189B8}"/>
              </a:ext>
            </a:extLst>
          </p:cNvPr>
          <p:cNvSpPr>
            <a:spLocks noGrp="1"/>
          </p:cNvSpPr>
          <p:nvPr>
            <p:ph type="ftr" sz="quarter" idx="3"/>
          </p:nvPr>
        </p:nvSpPr>
        <p:spPr>
          <a:xfrm>
            <a:off x="7936345" y="6241565"/>
            <a:ext cx="3282903" cy="366183"/>
          </a:xfrm>
          <a:prstGeom prst="rect">
            <a:avLst/>
          </a:prstGeom>
        </p:spPr>
        <p:txBody>
          <a:bodyPr vert="horz" lIns="91440" tIns="45720" rIns="91440" bIns="45720" rtlCol="0" anchor="ctr"/>
          <a:lstStyle>
            <a:lvl1pPr algn="r">
              <a:defRPr sz="1067">
                <a:solidFill>
                  <a:schemeClr val="accent1"/>
                </a:solidFill>
              </a:defRPr>
            </a:lvl1pPr>
          </a:lstStyle>
          <a:p>
            <a:r>
              <a:rPr lang="en-US"/>
              <a:t>Type Division Name here</a:t>
            </a:r>
            <a:endParaRPr lang="en-US" dirty="0"/>
          </a:p>
        </p:txBody>
      </p:sp>
    </p:spTree>
    <p:extLst>
      <p:ext uri="{BB962C8B-B14F-4D97-AF65-F5344CB8AC3E}">
        <p14:creationId xmlns:p14="http://schemas.microsoft.com/office/powerpoint/2010/main" val="26501782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2-line), content, and small pic">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6D10EE-3796-1048-8D75-5FE9E3D92D9F}"/>
              </a:ext>
            </a:extLst>
          </p:cNvPr>
          <p:cNvSpPr>
            <a:spLocks noGrp="1"/>
          </p:cNvSpPr>
          <p:nvPr>
            <p:ph type="sldNum" sz="quarter" idx="12"/>
          </p:nvPr>
        </p:nvSpPr>
        <p:spPr>
          <a:xfrm>
            <a:off x="11213462" y="6244227"/>
            <a:ext cx="470647" cy="377952"/>
          </a:xfrm>
        </p:spPr>
        <p:txBody>
          <a:bodyPr/>
          <a:lstStyle>
            <a:lvl1pPr>
              <a:defRPr sz="1067"/>
            </a:lvl1pPr>
          </a:lstStyle>
          <a:p>
            <a:fld id="{66DE20E4-D496-034F-914D-F7F15B93E95B}" type="slidenum">
              <a:rPr lang="en-US" smtClean="0"/>
              <a:pPr/>
              <a:t>‹#›</a:t>
            </a:fld>
            <a:endParaRPr lang="en-US" dirty="0"/>
          </a:p>
        </p:txBody>
      </p:sp>
      <p:sp>
        <p:nvSpPr>
          <p:cNvPr id="8" name="Text Placeholder 12">
            <a:extLst>
              <a:ext uri="{FF2B5EF4-FFF2-40B4-BE49-F238E27FC236}">
                <a16:creationId xmlns:a16="http://schemas.microsoft.com/office/drawing/2014/main" id="{548785B2-1A75-0248-A02D-593644343089}"/>
              </a:ext>
            </a:extLst>
          </p:cNvPr>
          <p:cNvSpPr>
            <a:spLocks noGrp="1"/>
          </p:cNvSpPr>
          <p:nvPr>
            <p:ph type="body" sz="quarter" idx="13" hasCustomPrompt="1"/>
          </p:nvPr>
        </p:nvSpPr>
        <p:spPr>
          <a:xfrm>
            <a:off x="514712" y="5693822"/>
            <a:ext cx="5364480" cy="365125"/>
          </a:xfrm>
          <a:prstGeom prst="rect">
            <a:avLst/>
          </a:prstGeom>
        </p:spPr>
        <p:txBody>
          <a:bodyPr anchor="b"/>
          <a:lstStyle>
            <a:lvl1pPr marL="0" indent="0">
              <a:lnSpc>
                <a:spcPct val="100000"/>
              </a:lnSpc>
              <a:buNone/>
              <a:defRPr sz="933">
                <a:solidFill>
                  <a:schemeClr val="tx2"/>
                </a:solidFill>
              </a:defRPr>
            </a:lvl1pPr>
          </a:lstStyle>
          <a:p>
            <a:pPr lvl="0"/>
            <a:r>
              <a:rPr lang="en-US" dirty="0"/>
              <a:t>Click to edit Footnote </a:t>
            </a:r>
          </a:p>
        </p:txBody>
      </p:sp>
      <p:sp>
        <p:nvSpPr>
          <p:cNvPr id="5" name="Picture Placeholder 4">
            <a:extLst>
              <a:ext uri="{FF2B5EF4-FFF2-40B4-BE49-F238E27FC236}">
                <a16:creationId xmlns:a16="http://schemas.microsoft.com/office/drawing/2014/main" id="{C345672C-A430-2248-88EB-1CB311F352A6}"/>
              </a:ext>
            </a:extLst>
          </p:cNvPr>
          <p:cNvSpPr>
            <a:spLocks noGrp="1"/>
          </p:cNvSpPr>
          <p:nvPr>
            <p:ph type="pic" sz="quarter" idx="14"/>
          </p:nvPr>
        </p:nvSpPr>
        <p:spPr>
          <a:xfrm>
            <a:off x="6212619" y="1827743"/>
            <a:ext cx="5369781" cy="4231204"/>
          </a:xfrm>
          <a:solidFill>
            <a:schemeClr val="tx2"/>
          </a:solidFill>
        </p:spPr>
        <p:txBody>
          <a:bodyPr anchor="ctr"/>
          <a:lstStyle>
            <a:lvl1pPr marL="0" indent="0" algn="ctr">
              <a:buNone/>
              <a:defRPr sz="1600"/>
            </a:lvl1pPr>
          </a:lstStyle>
          <a:p>
            <a:endParaRPr lang="en-US"/>
          </a:p>
        </p:txBody>
      </p:sp>
      <p:sp>
        <p:nvSpPr>
          <p:cNvPr id="7" name="Content Placeholder 2">
            <a:extLst>
              <a:ext uri="{FF2B5EF4-FFF2-40B4-BE49-F238E27FC236}">
                <a16:creationId xmlns:a16="http://schemas.microsoft.com/office/drawing/2014/main" id="{2B3F8211-32E1-A14E-9058-DC9702739171}"/>
              </a:ext>
            </a:extLst>
          </p:cNvPr>
          <p:cNvSpPr>
            <a:spLocks noGrp="1"/>
          </p:cNvSpPr>
          <p:nvPr>
            <p:ph idx="15"/>
          </p:nvPr>
        </p:nvSpPr>
        <p:spPr>
          <a:xfrm>
            <a:off x="499872" y="1828802"/>
            <a:ext cx="5364480" cy="3865021"/>
          </a:xfrm>
        </p:spPr>
        <p:txBody>
          <a:bodyPr/>
          <a:lstStyle>
            <a:lvl1pPr marL="122764" indent="-122764">
              <a:lnSpc>
                <a:spcPct val="100000"/>
              </a:lnSpc>
              <a:spcBef>
                <a:spcPts val="400"/>
              </a:spcBef>
              <a:spcAft>
                <a:spcPts val="800"/>
              </a:spcAft>
              <a:buClr>
                <a:schemeClr val="accent1"/>
              </a:buClr>
              <a:tabLst/>
              <a:defRPr sz="1900">
                <a:solidFill>
                  <a:schemeClr val="accent1"/>
                </a:solidFill>
              </a:defRPr>
            </a:lvl1pPr>
            <a:lvl2pPr marL="268811" indent="-122764">
              <a:lnSpc>
                <a:spcPct val="100000"/>
              </a:lnSpc>
              <a:spcBef>
                <a:spcPts val="0"/>
              </a:spcBef>
              <a:spcAft>
                <a:spcPts val="800"/>
              </a:spcAft>
              <a:buClr>
                <a:schemeClr val="accent1"/>
              </a:buClr>
              <a:buFont typeface="System Font Regular"/>
              <a:buChar char="-"/>
              <a:tabLst/>
              <a:defRPr sz="1900">
                <a:solidFill>
                  <a:schemeClr val="accent1"/>
                </a:solidFill>
              </a:defRPr>
            </a:lvl2pPr>
            <a:lvl3pPr marL="387341" indent="-107948">
              <a:lnSpc>
                <a:spcPct val="100000"/>
              </a:lnSpc>
              <a:spcBef>
                <a:spcPts val="0"/>
              </a:spcBef>
              <a:spcAft>
                <a:spcPts val="800"/>
              </a:spcAft>
              <a:buClr>
                <a:schemeClr val="accent1"/>
              </a:buClr>
              <a:tabLst/>
              <a:defRPr sz="1600">
                <a:solidFill>
                  <a:schemeClr val="accent1"/>
                </a:solidFill>
              </a:defRPr>
            </a:lvl3pPr>
            <a:lvl4pPr marL="505871" indent="-118530">
              <a:lnSpc>
                <a:spcPct val="100000"/>
              </a:lnSpc>
              <a:spcBef>
                <a:spcPts val="0"/>
              </a:spcBef>
              <a:spcAft>
                <a:spcPts val="800"/>
              </a:spcAft>
              <a:buClr>
                <a:schemeClr val="accent1"/>
              </a:buClr>
              <a:buFont typeface="System Font Regular"/>
              <a:buChar char="-"/>
              <a:tabLst/>
              <a:defRPr sz="1500">
                <a:solidFill>
                  <a:schemeClr val="accent1"/>
                </a:solidFill>
              </a:defRPr>
            </a:lvl4pPr>
            <a:lvl5pPr marL="613818" indent="-97364">
              <a:lnSpc>
                <a:spcPct val="100000"/>
              </a:lnSpc>
              <a:spcBef>
                <a:spcPts val="0"/>
              </a:spcBef>
              <a:spcAft>
                <a:spcPts val="800"/>
              </a:spcAft>
              <a:buClr>
                <a:schemeClr val="accent1"/>
              </a:buClr>
              <a:tabLst/>
              <a:defRPr sz="1400">
                <a:solidFill>
                  <a:schemeClr val="accent1"/>
                </a:solidFill>
              </a:defRPr>
            </a:lvl5pPr>
          </a:lstStyle>
          <a:p>
            <a:pPr marL="122764" marR="0" lvl="0" indent="-122764" algn="l" defTabSz="914377" rtl="0" eaLnBrk="1" fontAlgn="auto" latinLnBrk="0" hangingPunct="1">
              <a:lnSpc>
                <a:spcPct val="100000"/>
              </a:lnSpc>
              <a:spcBef>
                <a:spcPts val="400"/>
              </a:spcBef>
              <a:spcAft>
                <a:spcPts val="400"/>
              </a:spcAft>
              <a:buClr>
                <a:schemeClr val="accent1"/>
              </a:buClr>
              <a:buSzTx/>
              <a:buFont typeface="Arial" panose="020B0604020202020204" pitchFamily="34" charset="0"/>
              <a:buChar char="•"/>
              <a:tabLst/>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3">
            <a:extLst>
              <a:ext uri="{FF2B5EF4-FFF2-40B4-BE49-F238E27FC236}">
                <a16:creationId xmlns:a16="http://schemas.microsoft.com/office/drawing/2014/main" id="{D1101829-B714-6E46-BE01-D5626AC189B8}"/>
              </a:ext>
            </a:extLst>
          </p:cNvPr>
          <p:cNvSpPr>
            <a:spLocks noGrp="1"/>
          </p:cNvSpPr>
          <p:nvPr>
            <p:ph type="ftr" sz="quarter" idx="3"/>
          </p:nvPr>
        </p:nvSpPr>
        <p:spPr>
          <a:xfrm>
            <a:off x="7936345" y="6241565"/>
            <a:ext cx="3282903" cy="366183"/>
          </a:xfrm>
          <a:prstGeom prst="rect">
            <a:avLst/>
          </a:prstGeom>
        </p:spPr>
        <p:txBody>
          <a:bodyPr vert="horz" lIns="91440" tIns="45720" rIns="91440" bIns="45720" rtlCol="0" anchor="ctr"/>
          <a:lstStyle>
            <a:lvl1pPr algn="r">
              <a:defRPr sz="1067">
                <a:solidFill>
                  <a:schemeClr val="accent1"/>
                </a:solidFill>
              </a:defRPr>
            </a:lvl1pPr>
          </a:lstStyle>
          <a:p>
            <a:r>
              <a:rPr lang="en-US"/>
              <a:t>Type Division Name here</a:t>
            </a:r>
            <a:endParaRPr lang="en-US" dirty="0"/>
          </a:p>
        </p:txBody>
      </p:sp>
      <p:sp>
        <p:nvSpPr>
          <p:cNvPr id="9" name="Title 1">
            <a:extLst>
              <a:ext uri="{FF2B5EF4-FFF2-40B4-BE49-F238E27FC236}">
                <a16:creationId xmlns:a16="http://schemas.microsoft.com/office/drawing/2014/main" id="{FD556004-769B-824A-A347-C2C035D1BBE6}"/>
              </a:ext>
            </a:extLst>
          </p:cNvPr>
          <p:cNvSpPr>
            <a:spLocks noGrp="1"/>
          </p:cNvSpPr>
          <p:nvPr>
            <p:ph type="title" hasCustomPrompt="1"/>
          </p:nvPr>
        </p:nvSpPr>
        <p:spPr>
          <a:xfrm>
            <a:off x="517233" y="469286"/>
            <a:ext cx="11082528" cy="1096841"/>
          </a:xfrm>
        </p:spPr>
        <p:txBody>
          <a:bodyPr/>
          <a:lstStyle>
            <a:lvl1pPr>
              <a:lnSpc>
                <a:spcPct val="100000"/>
              </a:lnSpc>
              <a:defRPr sz="3200"/>
            </a:lvl1pPr>
          </a:lstStyle>
          <a:p>
            <a:r>
              <a:rPr lang="en-US" dirty="0"/>
              <a:t>Click to add a title style with a </a:t>
            </a:r>
            <a:br>
              <a:rPr lang="en-US" dirty="0"/>
            </a:br>
            <a:r>
              <a:rPr lang="en-US" dirty="0"/>
              <a:t>two-line headline</a:t>
            </a:r>
          </a:p>
        </p:txBody>
      </p:sp>
    </p:spTree>
    <p:extLst>
      <p:ext uri="{BB962C8B-B14F-4D97-AF65-F5344CB8AC3E}">
        <p14:creationId xmlns:p14="http://schemas.microsoft.com/office/powerpoint/2010/main" val="9885982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and quot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7AF59D-8535-1140-B29B-79BC2486FF7B}"/>
              </a:ext>
            </a:extLst>
          </p:cNvPr>
          <p:cNvSpPr/>
          <p:nvPr userDrawn="1"/>
        </p:nvSpPr>
        <p:spPr>
          <a:xfrm>
            <a:off x="6989230" y="1577425"/>
            <a:ext cx="4604249" cy="301497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 name="Title 1">
            <a:extLst>
              <a:ext uri="{FF2B5EF4-FFF2-40B4-BE49-F238E27FC236}">
                <a16:creationId xmlns:a16="http://schemas.microsoft.com/office/drawing/2014/main" id="{1DA19430-9D19-E74B-A985-0DFB9C995A6C}"/>
              </a:ext>
            </a:extLst>
          </p:cNvPr>
          <p:cNvSpPr>
            <a:spLocks noGrp="1"/>
          </p:cNvSpPr>
          <p:nvPr>
            <p:ph type="title"/>
          </p:nvPr>
        </p:nvSpPr>
        <p:spPr>
          <a:xfrm>
            <a:off x="517234" y="469286"/>
            <a:ext cx="11096132" cy="633457"/>
          </a:xfrm>
        </p:spPr>
        <p:txBody>
          <a:bodyPr/>
          <a:lstStyle>
            <a:lvl1pPr>
              <a:lnSpc>
                <a:spcPct val="100000"/>
              </a:lnSpc>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6FFA7B42-D455-1E4D-9ED5-D09FA229AD73}"/>
              </a:ext>
            </a:extLst>
          </p:cNvPr>
          <p:cNvSpPr>
            <a:spLocks noGrp="1"/>
          </p:cNvSpPr>
          <p:nvPr>
            <p:ph idx="1"/>
          </p:nvPr>
        </p:nvSpPr>
        <p:spPr>
          <a:xfrm>
            <a:off x="499872" y="1462618"/>
            <a:ext cx="5364480" cy="4225577"/>
          </a:xfrm>
        </p:spPr>
        <p:txBody>
          <a:bodyPr/>
          <a:lstStyle>
            <a:lvl1pPr marL="122764" indent="-122764">
              <a:lnSpc>
                <a:spcPct val="100000"/>
              </a:lnSpc>
              <a:spcBef>
                <a:spcPts val="400"/>
              </a:spcBef>
              <a:spcAft>
                <a:spcPts val="800"/>
              </a:spcAft>
              <a:buClr>
                <a:schemeClr val="accent1"/>
              </a:buClr>
              <a:tabLst/>
              <a:defRPr sz="1900">
                <a:solidFill>
                  <a:schemeClr val="accent1"/>
                </a:solidFill>
                <a:latin typeface="+mn-lt"/>
              </a:defRPr>
            </a:lvl1pPr>
            <a:lvl2pPr marL="268811" indent="-129114">
              <a:lnSpc>
                <a:spcPct val="100000"/>
              </a:lnSpc>
              <a:spcBef>
                <a:spcPts val="0"/>
              </a:spcBef>
              <a:spcAft>
                <a:spcPts val="800"/>
              </a:spcAft>
              <a:buClr>
                <a:schemeClr val="accent1"/>
              </a:buClr>
              <a:buFont typeface="System Font Regular"/>
              <a:buChar char="-"/>
              <a:tabLst/>
              <a:defRPr sz="1900">
                <a:solidFill>
                  <a:schemeClr val="accent1"/>
                </a:solidFill>
                <a:latin typeface="+mn-lt"/>
              </a:defRPr>
            </a:lvl2pPr>
            <a:lvl3pPr marL="397923" indent="-118530">
              <a:lnSpc>
                <a:spcPct val="100000"/>
              </a:lnSpc>
              <a:spcBef>
                <a:spcPts val="0"/>
              </a:spcBef>
              <a:spcAft>
                <a:spcPts val="800"/>
              </a:spcAft>
              <a:buClr>
                <a:schemeClr val="accent1"/>
              </a:buClr>
              <a:tabLst/>
              <a:defRPr sz="1600">
                <a:solidFill>
                  <a:schemeClr val="accent1"/>
                </a:solidFill>
                <a:latin typeface="+mn-lt"/>
              </a:defRPr>
            </a:lvl3pPr>
            <a:lvl4pPr marL="527037" indent="-129114">
              <a:lnSpc>
                <a:spcPct val="100000"/>
              </a:lnSpc>
              <a:spcBef>
                <a:spcPts val="0"/>
              </a:spcBef>
              <a:spcAft>
                <a:spcPts val="800"/>
              </a:spcAft>
              <a:buClr>
                <a:schemeClr val="accent1"/>
              </a:buClr>
              <a:buFont typeface="System Font Regular"/>
              <a:buChar char="-"/>
              <a:tabLst/>
              <a:defRPr sz="1500">
                <a:solidFill>
                  <a:schemeClr val="accent1"/>
                </a:solidFill>
                <a:latin typeface="+mn-lt"/>
              </a:defRPr>
            </a:lvl4pPr>
            <a:lvl5pPr marL="666734" indent="-129114">
              <a:lnSpc>
                <a:spcPct val="100000"/>
              </a:lnSpc>
              <a:spcBef>
                <a:spcPts val="0"/>
              </a:spcBef>
              <a:spcAft>
                <a:spcPts val="800"/>
              </a:spcAft>
              <a:buClr>
                <a:schemeClr val="accent1"/>
              </a:buClr>
              <a:tabLst/>
              <a:defRPr sz="1400">
                <a:solidFill>
                  <a:schemeClr val="accent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3B6D10EE-3796-1048-8D75-5FE9E3D92D9F}"/>
              </a:ext>
            </a:extLst>
          </p:cNvPr>
          <p:cNvSpPr>
            <a:spLocks noGrp="1"/>
          </p:cNvSpPr>
          <p:nvPr>
            <p:ph type="sldNum" sz="quarter" idx="12"/>
          </p:nvPr>
        </p:nvSpPr>
        <p:spPr>
          <a:xfrm>
            <a:off x="11213462" y="6244227"/>
            <a:ext cx="470647" cy="377952"/>
          </a:xfrm>
        </p:spPr>
        <p:txBody>
          <a:bodyPr/>
          <a:lstStyle>
            <a:lvl1pPr>
              <a:defRPr sz="1067"/>
            </a:lvl1pPr>
          </a:lstStyle>
          <a:p>
            <a:fld id="{66DE20E4-D496-034F-914D-F7F15B93E95B}" type="slidenum">
              <a:rPr lang="en-US" smtClean="0"/>
              <a:pPr/>
              <a:t>‹#›</a:t>
            </a:fld>
            <a:endParaRPr lang="en-US" dirty="0"/>
          </a:p>
        </p:txBody>
      </p:sp>
      <p:sp>
        <p:nvSpPr>
          <p:cNvPr id="8" name="Text Placeholder 12">
            <a:extLst>
              <a:ext uri="{FF2B5EF4-FFF2-40B4-BE49-F238E27FC236}">
                <a16:creationId xmlns:a16="http://schemas.microsoft.com/office/drawing/2014/main" id="{548785B2-1A75-0248-A02D-593644343089}"/>
              </a:ext>
            </a:extLst>
          </p:cNvPr>
          <p:cNvSpPr>
            <a:spLocks noGrp="1"/>
          </p:cNvSpPr>
          <p:nvPr>
            <p:ph type="body" sz="quarter" idx="13" hasCustomPrompt="1"/>
          </p:nvPr>
        </p:nvSpPr>
        <p:spPr>
          <a:xfrm>
            <a:off x="514710" y="5693822"/>
            <a:ext cx="5364480" cy="365125"/>
          </a:xfrm>
          <a:prstGeom prst="rect">
            <a:avLst/>
          </a:prstGeom>
        </p:spPr>
        <p:txBody>
          <a:bodyPr anchor="b"/>
          <a:lstStyle>
            <a:lvl1pPr marL="0" indent="0">
              <a:lnSpc>
                <a:spcPct val="100000"/>
              </a:lnSpc>
              <a:buNone/>
              <a:defRPr sz="933">
                <a:solidFill>
                  <a:schemeClr val="tx2"/>
                </a:solidFill>
              </a:defRPr>
            </a:lvl1pPr>
          </a:lstStyle>
          <a:p>
            <a:pPr lvl="0"/>
            <a:r>
              <a:rPr lang="en-US" dirty="0"/>
              <a:t>Click to edit Footnote </a:t>
            </a:r>
          </a:p>
        </p:txBody>
      </p:sp>
      <p:sp>
        <p:nvSpPr>
          <p:cNvPr id="7" name="Text Placeholder 28">
            <a:extLst>
              <a:ext uri="{FF2B5EF4-FFF2-40B4-BE49-F238E27FC236}">
                <a16:creationId xmlns:a16="http://schemas.microsoft.com/office/drawing/2014/main" id="{8FF7021F-BE12-C345-B1FB-F328D09E0C8F}"/>
              </a:ext>
            </a:extLst>
          </p:cNvPr>
          <p:cNvSpPr>
            <a:spLocks noGrp="1"/>
          </p:cNvSpPr>
          <p:nvPr>
            <p:ph type="body" sz="quarter" idx="19"/>
          </p:nvPr>
        </p:nvSpPr>
        <p:spPr>
          <a:xfrm>
            <a:off x="7126515" y="1746568"/>
            <a:ext cx="4325259" cy="2845835"/>
          </a:xfrm>
        </p:spPr>
        <p:txBody>
          <a:bodyPr/>
          <a:lstStyle>
            <a:lvl1pPr marL="0" indent="0" algn="l">
              <a:buNone/>
              <a:defRPr sz="2667" b="1" spc="0" baseline="0">
                <a:solidFill>
                  <a:schemeClr val="accent1"/>
                </a:solidFill>
                <a:latin typeface="Georgia" panose="02040502050405020303" pitchFamily="18" charset="0"/>
              </a:defRPr>
            </a:lvl1pPr>
            <a:lvl2pPr marL="160863" indent="0">
              <a:buNone/>
              <a:defRPr sz="9600">
                <a:latin typeface="Georgia" panose="02040502050405020303" pitchFamily="18" charset="0"/>
              </a:defRPr>
            </a:lvl2pPr>
            <a:lvl3pPr marL="391574" indent="0">
              <a:buNone/>
              <a:defRPr sz="9600">
                <a:latin typeface="Georgia" panose="02040502050405020303" pitchFamily="18" charset="0"/>
              </a:defRPr>
            </a:lvl3pPr>
            <a:lvl4pPr marL="539736" indent="0">
              <a:buNone/>
              <a:defRPr sz="9600">
                <a:latin typeface="Georgia" panose="02040502050405020303" pitchFamily="18" charset="0"/>
              </a:defRPr>
            </a:lvl4pPr>
            <a:lvl5pPr marL="770447" indent="0">
              <a:buNone/>
              <a:defRPr sz="9600">
                <a:latin typeface="Georgia" panose="02040502050405020303" pitchFamily="18" charset="0"/>
              </a:defRPr>
            </a:lvl5pPr>
          </a:lstStyle>
          <a:p>
            <a:pPr lvl="0"/>
            <a:r>
              <a:rPr lang="en-US" dirty="0"/>
              <a:t>Click</a:t>
            </a:r>
          </a:p>
        </p:txBody>
      </p:sp>
      <p:sp>
        <p:nvSpPr>
          <p:cNvPr id="11" name="Footer Placeholder 3">
            <a:extLst>
              <a:ext uri="{FF2B5EF4-FFF2-40B4-BE49-F238E27FC236}">
                <a16:creationId xmlns:a16="http://schemas.microsoft.com/office/drawing/2014/main" id="{9D672EDB-2656-3845-AED8-A0E11A74F037}"/>
              </a:ext>
            </a:extLst>
          </p:cNvPr>
          <p:cNvSpPr>
            <a:spLocks noGrp="1"/>
          </p:cNvSpPr>
          <p:nvPr>
            <p:ph type="ftr" sz="quarter" idx="3"/>
          </p:nvPr>
        </p:nvSpPr>
        <p:spPr>
          <a:xfrm>
            <a:off x="7936346" y="6241565"/>
            <a:ext cx="3281821" cy="366183"/>
          </a:xfrm>
          <a:prstGeom prst="rect">
            <a:avLst/>
          </a:prstGeom>
        </p:spPr>
        <p:txBody>
          <a:bodyPr vert="horz" lIns="91440" tIns="45720" rIns="91440" bIns="45720" rtlCol="0" anchor="ctr"/>
          <a:lstStyle>
            <a:lvl1pPr algn="r">
              <a:defRPr sz="1067">
                <a:solidFill>
                  <a:schemeClr val="accent1"/>
                </a:solidFill>
              </a:defRPr>
            </a:lvl1pPr>
          </a:lstStyle>
          <a:p>
            <a:r>
              <a:rPr lang="en-US"/>
              <a:t>Type Division Name here</a:t>
            </a:r>
            <a:endParaRPr lang="en-US" dirty="0"/>
          </a:p>
        </p:txBody>
      </p:sp>
    </p:spTree>
    <p:extLst>
      <p:ext uri="{BB962C8B-B14F-4D97-AF65-F5344CB8AC3E}">
        <p14:creationId xmlns:p14="http://schemas.microsoft.com/office/powerpoint/2010/main" val="23985034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2 line), content, and quot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7AF59D-8535-1140-B29B-79BC2486FF7B}"/>
              </a:ext>
            </a:extLst>
          </p:cNvPr>
          <p:cNvSpPr/>
          <p:nvPr userDrawn="1"/>
        </p:nvSpPr>
        <p:spPr>
          <a:xfrm>
            <a:off x="6989230" y="1959612"/>
            <a:ext cx="4604249" cy="301497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6" name="Slide Number Placeholder 5">
            <a:extLst>
              <a:ext uri="{FF2B5EF4-FFF2-40B4-BE49-F238E27FC236}">
                <a16:creationId xmlns:a16="http://schemas.microsoft.com/office/drawing/2014/main" id="{3B6D10EE-3796-1048-8D75-5FE9E3D92D9F}"/>
              </a:ext>
            </a:extLst>
          </p:cNvPr>
          <p:cNvSpPr>
            <a:spLocks noGrp="1"/>
          </p:cNvSpPr>
          <p:nvPr>
            <p:ph type="sldNum" sz="quarter" idx="12"/>
          </p:nvPr>
        </p:nvSpPr>
        <p:spPr>
          <a:xfrm>
            <a:off x="11213462" y="6244227"/>
            <a:ext cx="470647" cy="377952"/>
          </a:xfrm>
        </p:spPr>
        <p:txBody>
          <a:bodyPr/>
          <a:lstStyle>
            <a:lvl1pPr>
              <a:defRPr sz="1067"/>
            </a:lvl1pPr>
          </a:lstStyle>
          <a:p>
            <a:fld id="{66DE20E4-D496-034F-914D-F7F15B93E95B}" type="slidenum">
              <a:rPr lang="en-US" smtClean="0"/>
              <a:pPr/>
              <a:t>‹#›</a:t>
            </a:fld>
            <a:endParaRPr lang="en-US" dirty="0"/>
          </a:p>
        </p:txBody>
      </p:sp>
      <p:sp>
        <p:nvSpPr>
          <p:cNvPr id="8" name="Text Placeholder 12">
            <a:extLst>
              <a:ext uri="{FF2B5EF4-FFF2-40B4-BE49-F238E27FC236}">
                <a16:creationId xmlns:a16="http://schemas.microsoft.com/office/drawing/2014/main" id="{548785B2-1A75-0248-A02D-593644343089}"/>
              </a:ext>
            </a:extLst>
          </p:cNvPr>
          <p:cNvSpPr>
            <a:spLocks noGrp="1"/>
          </p:cNvSpPr>
          <p:nvPr>
            <p:ph type="body" sz="quarter" idx="13" hasCustomPrompt="1"/>
          </p:nvPr>
        </p:nvSpPr>
        <p:spPr>
          <a:xfrm>
            <a:off x="514710" y="5693822"/>
            <a:ext cx="5364480" cy="365125"/>
          </a:xfrm>
          <a:prstGeom prst="rect">
            <a:avLst/>
          </a:prstGeom>
        </p:spPr>
        <p:txBody>
          <a:bodyPr anchor="b"/>
          <a:lstStyle>
            <a:lvl1pPr marL="0" indent="0">
              <a:lnSpc>
                <a:spcPct val="100000"/>
              </a:lnSpc>
              <a:buNone/>
              <a:defRPr sz="933">
                <a:solidFill>
                  <a:schemeClr val="tx2"/>
                </a:solidFill>
              </a:defRPr>
            </a:lvl1pPr>
          </a:lstStyle>
          <a:p>
            <a:pPr lvl="0"/>
            <a:r>
              <a:rPr lang="en-US" dirty="0"/>
              <a:t>Click to edit Footnote </a:t>
            </a:r>
          </a:p>
        </p:txBody>
      </p:sp>
      <p:sp>
        <p:nvSpPr>
          <p:cNvPr id="7" name="Text Placeholder 28">
            <a:extLst>
              <a:ext uri="{FF2B5EF4-FFF2-40B4-BE49-F238E27FC236}">
                <a16:creationId xmlns:a16="http://schemas.microsoft.com/office/drawing/2014/main" id="{8FF7021F-BE12-C345-B1FB-F328D09E0C8F}"/>
              </a:ext>
            </a:extLst>
          </p:cNvPr>
          <p:cNvSpPr>
            <a:spLocks noGrp="1"/>
          </p:cNvSpPr>
          <p:nvPr>
            <p:ph type="body" sz="quarter" idx="19"/>
          </p:nvPr>
        </p:nvSpPr>
        <p:spPr>
          <a:xfrm>
            <a:off x="7126515" y="2128754"/>
            <a:ext cx="4325259" cy="2845835"/>
          </a:xfrm>
        </p:spPr>
        <p:txBody>
          <a:bodyPr/>
          <a:lstStyle>
            <a:lvl1pPr marL="0" indent="0" algn="l">
              <a:buNone/>
              <a:defRPr sz="2667" b="1" spc="0" baseline="0">
                <a:solidFill>
                  <a:schemeClr val="accent1"/>
                </a:solidFill>
                <a:latin typeface="Georgia" panose="02040502050405020303" pitchFamily="18" charset="0"/>
              </a:defRPr>
            </a:lvl1pPr>
            <a:lvl2pPr marL="160863" indent="0">
              <a:buNone/>
              <a:defRPr sz="9600">
                <a:latin typeface="Georgia" panose="02040502050405020303" pitchFamily="18" charset="0"/>
              </a:defRPr>
            </a:lvl2pPr>
            <a:lvl3pPr marL="391574" indent="0">
              <a:buNone/>
              <a:defRPr sz="9600">
                <a:latin typeface="Georgia" panose="02040502050405020303" pitchFamily="18" charset="0"/>
              </a:defRPr>
            </a:lvl3pPr>
            <a:lvl4pPr marL="539736" indent="0">
              <a:buNone/>
              <a:defRPr sz="9600">
                <a:latin typeface="Georgia" panose="02040502050405020303" pitchFamily="18" charset="0"/>
              </a:defRPr>
            </a:lvl4pPr>
            <a:lvl5pPr marL="770447" indent="0">
              <a:buNone/>
              <a:defRPr sz="9600">
                <a:latin typeface="Georgia" panose="02040502050405020303" pitchFamily="18" charset="0"/>
              </a:defRPr>
            </a:lvl5pPr>
          </a:lstStyle>
          <a:p>
            <a:pPr lvl="0"/>
            <a:r>
              <a:rPr lang="en-US" dirty="0"/>
              <a:t>Click</a:t>
            </a:r>
          </a:p>
        </p:txBody>
      </p:sp>
      <p:sp>
        <p:nvSpPr>
          <p:cNvPr id="11" name="Footer Placeholder 3">
            <a:extLst>
              <a:ext uri="{FF2B5EF4-FFF2-40B4-BE49-F238E27FC236}">
                <a16:creationId xmlns:a16="http://schemas.microsoft.com/office/drawing/2014/main" id="{9D672EDB-2656-3845-AED8-A0E11A74F037}"/>
              </a:ext>
            </a:extLst>
          </p:cNvPr>
          <p:cNvSpPr>
            <a:spLocks noGrp="1"/>
          </p:cNvSpPr>
          <p:nvPr>
            <p:ph type="ftr" sz="quarter" idx="3"/>
          </p:nvPr>
        </p:nvSpPr>
        <p:spPr>
          <a:xfrm>
            <a:off x="7936346" y="6241565"/>
            <a:ext cx="3281821" cy="366183"/>
          </a:xfrm>
          <a:prstGeom prst="rect">
            <a:avLst/>
          </a:prstGeom>
        </p:spPr>
        <p:txBody>
          <a:bodyPr vert="horz" lIns="91440" tIns="45720" rIns="91440" bIns="45720" rtlCol="0" anchor="ctr"/>
          <a:lstStyle>
            <a:lvl1pPr algn="r">
              <a:defRPr sz="1067">
                <a:solidFill>
                  <a:schemeClr val="accent1"/>
                </a:solidFill>
              </a:defRPr>
            </a:lvl1pPr>
          </a:lstStyle>
          <a:p>
            <a:r>
              <a:rPr lang="en-US"/>
              <a:t>Type Division Name here</a:t>
            </a:r>
            <a:endParaRPr lang="en-US" dirty="0"/>
          </a:p>
        </p:txBody>
      </p:sp>
      <p:sp>
        <p:nvSpPr>
          <p:cNvPr id="9" name="Content Placeholder 2">
            <a:extLst>
              <a:ext uri="{FF2B5EF4-FFF2-40B4-BE49-F238E27FC236}">
                <a16:creationId xmlns:a16="http://schemas.microsoft.com/office/drawing/2014/main" id="{6D16490D-0665-6F4D-9A29-A4051903B1F7}"/>
              </a:ext>
            </a:extLst>
          </p:cNvPr>
          <p:cNvSpPr>
            <a:spLocks noGrp="1"/>
          </p:cNvSpPr>
          <p:nvPr>
            <p:ph idx="15"/>
          </p:nvPr>
        </p:nvSpPr>
        <p:spPr>
          <a:xfrm>
            <a:off x="499872" y="1828800"/>
            <a:ext cx="5364480" cy="3865021"/>
          </a:xfrm>
        </p:spPr>
        <p:txBody>
          <a:bodyPr/>
          <a:lstStyle>
            <a:lvl1pPr marL="122764" indent="-122764">
              <a:lnSpc>
                <a:spcPct val="100000"/>
              </a:lnSpc>
              <a:spcBef>
                <a:spcPts val="400"/>
              </a:spcBef>
              <a:spcAft>
                <a:spcPts val="800"/>
              </a:spcAft>
              <a:buClr>
                <a:schemeClr val="accent1"/>
              </a:buClr>
              <a:tabLst/>
              <a:defRPr sz="1900">
                <a:solidFill>
                  <a:schemeClr val="accent1"/>
                </a:solidFill>
              </a:defRPr>
            </a:lvl1pPr>
            <a:lvl2pPr marL="268811" indent="-122764">
              <a:lnSpc>
                <a:spcPct val="100000"/>
              </a:lnSpc>
              <a:spcBef>
                <a:spcPts val="0"/>
              </a:spcBef>
              <a:spcAft>
                <a:spcPts val="800"/>
              </a:spcAft>
              <a:buClr>
                <a:schemeClr val="accent1"/>
              </a:buClr>
              <a:buFont typeface="System Font Regular"/>
              <a:buChar char="-"/>
              <a:tabLst/>
              <a:defRPr sz="1900">
                <a:solidFill>
                  <a:schemeClr val="accent1"/>
                </a:solidFill>
              </a:defRPr>
            </a:lvl2pPr>
            <a:lvl3pPr marL="387341" indent="-107948">
              <a:lnSpc>
                <a:spcPct val="100000"/>
              </a:lnSpc>
              <a:spcBef>
                <a:spcPts val="0"/>
              </a:spcBef>
              <a:spcAft>
                <a:spcPts val="800"/>
              </a:spcAft>
              <a:buClr>
                <a:schemeClr val="accent1"/>
              </a:buClr>
              <a:tabLst/>
              <a:defRPr sz="1600">
                <a:solidFill>
                  <a:schemeClr val="accent1"/>
                </a:solidFill>
              </a:defRPr>
            </a:lvl3pPr>
            <a:lvl4pPr marL="505871" indent="-118530">
              <a:lnSpc>
                <a:spcPct val="100000"/>
              </a:lnSpc>
              <a:spcBef>
                <a:spcPts val="0"/>
              </a:spcBef>
              <a:spcAft>
                <a:spcPts val="800"/>
              </a:spcAft>
              <a:buClr>
                <a:schemeClr val="accent1"/>
              </a:buClr>
              <a:buFont typeface="System Font Regular"/>
              <a:buChar char="-"/>
              <a:tabLst/>
              <a:defRPr sz="1500">
                <a:solidFill>
                  <a:schemeClr val="accent1"/>
                </a:solidFill>
              </a:defRPr>
            </a:lvl4pPr>
            <a:lvl5pPr marL="613818" indent="-97364">
              <a:lnSpc>
                <a:spcPct val="100000"/>
              </a:lnSpc>
              <a:spcBef>
                <a:spcPts val="0"/>
              </a:spcBef>
              <a:spcAft>
                <a:spcPts val="800"/>
              </a:spcAft>
              <a:buClr>
                <a:schemeClr val="accent1"/>
              </a:buClr>
              <a:tabLst/>
              <a:defRPr sz="1400">
                <a:solidFill>
                  <a:schemeClr val="accent1"/>
                </a:solidFill>
              </a:defRPr>
            </a:lvl5pPr>
          </a:lstStyle>
          <a:p>
            <a:pPr marL="122764" marR="0" lvl="0" indent="-122764" algn="l" defTabSz="914377" rtl="0" eaLnBrk="1" fontAlgn="auto" latinLnBrk="0" hangingPunct="1">
              <a:lnSpc>
                <a:spcPct val="100000"/>
              </a:lnSpc>
              <a:spcBef>
                <a:spcPts val="400"/>
              </a:spcBef>
              <a:spcAft>
                <a:spcPts val="400"/>
              </a:spcAft>
              <a:buClr>
                <a:schemeClr val="accent1"/>
              </a:buClr>
              <a:buSzTx/>
              <a:buFont typeface="Arial" panose="020B0604020202020204" pitchFamily="34" charset="0"/>
              <a:buChar char="•"/>
              <a:tabLst/>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1">
            <a:extLst>
              <a:ext uri="{FF2B5EF4-FFF2-40B4-BE49-F238E27FC236}">
                <a16:creationId xmlns:a16="http://schemas.microsoft.com/office/drawing/2014/main" id="{43AA5499-0B30-3845-8F4C-708EA873253C}"/>
              </a:ext>
            </a:extLst>
          </p:cNvPr>
          <p:cNvSpPr>
            <a:spLocks noGrp="1"/>
          </p:cNvSpPr>
          <p:nvPr>
            <p:ph type="title" hasCustomPrompt="1"/>
          </p:nvPr>
        </p:nvSpPr>
        <p:spPr>
          <a:xfrm>
            <a:off x="517233" y="469286"/>
            <a:ext cx="11082528" cy="1096841"/>
          </a:xfrm>
        </p:spPr>
        <p:txBody>
          <a:bodyPr/>
          <a:lstStyle>
            <a:lvl1pPr>
              <a:lnSpc>
                <a:spcPct val="100000"/>
              </a:lnSpc>
              <a:defRPr sz="3200"/>
            </a:lvl1pPr>
          </a:lstStyle>
          <a:p>
            <a:r>
              <a:rPr lang="en-US" dirty="0"/>
              <a:t>Click to add a title style with a </a:t>
            </a:r>
            <a:br>
              <a:rPr lang="en-US" dirty="0"/>
            </a:br>
            <a:r>
              <a:rPr lang="en-US" dirty="0"/>
              <a:t>two-line headline</a:t>
            </a:r>
          </a:p>
        </p:txBody>
      </p:sp>
    </p:spTree>
    <p:extLst>
      <p:ext uri="{BB962C8B-B14F-4D97-AF65-F5344CB8AC3E}">
        <p14:creationId xmlns:p14="http://schemas.microsoft.com/office/powerpoint/2010/main" val="1505342232"/>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and char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19430-9D19-E74B-A985-0DFB9C995A6C}"/>
              </a:ext>
            </a:extLst>
          </p:cNvPr>
          <p:cNvSpPr>
            <a:spLocks noGrp="1"/>
          </p:cNvSpPr>
          <p:nvPr>
            <p:ph type="title"/>
          </p:nvPr>
        </p:nvSpPr>
        <p:spPr>
          <a:xfrm>
            <a:off x="517234" y="469286"/>
            <a:ext cx="11096132" cy="633457"/>
          </a:xfrm>
        </p:spPr>
        <p:txBody>
          <a:bodyPr/>
          <a:lstStyle>
            <a:lvl1pPr>
              <a:lnSpc>
                <a:spcPct val="100000"/>
              </a:lnSpc>
              <a:defRPr sz="3200"/>
            </a:lvl1pPr>
          </a:lstStyle>
          <a:p>
            <a:r>
              <a:rPr lang="en-US" dirty="0"/>
              <a:t>Click to edit Master title style</a:t>
            </a:r>
          </a:p>
        </p:txBody>
      </p:sp>
      <p:sp>
        <p:nvSpPr>
          <p:cNvPr id="6" name="Slide Number Placeholder 5">
            <a:extLst>
              <a:ext uri="{FF2B5EF4-FFF2-40B4-BE49-F238E27FC236}">
                <a16:creationId xmlns:a16="http://schemas.microsoft.com/office/drawing/2014/main" id="{3B6D10EE-3796-1048-8D75-5FE9E3D92D9F}"/>
              </a:ext>
            </a:extLst>
          </p:cNvPr>
          <p:cNvSpPr>
            <a:spLocks noGrp="1"/>
          </p:cNvSpPr>
          <p:nvPr>
            <p:ph type="sldNum" sz="quarter" idx="12"/>
          </p:nvPr>
        </p:nvSpPr>
        <p:spPr>
          <a:xfrm>
            <a:off x="11213462" y="6244227"/>
            <a:ext cx="470647" cy="377952"/>
          </a:xfrm>
        </p:spPr>
        <p:txBody>
          <a:bodyPr/>
          <a:lstStyle>
            <a:lvl1pPr>
              <a:defRPr sz="1067"/>
            </a:lvl1pPr>
          </a:lstStyle>
          <a:p>
            <a:fld id="{66DE20E4-D496-034F-914D-F7F15B93E95B}" type="slidenum">
              <a:rPr lang="en-US" smtClean="0"/>
              <a:pPr/>
              <a:t>‹#›</a:t>
            </a:fld>
            <a:endParaRPr lang="en-US" dirty="0"/>
          </a:p>
        </p:txBody>
      </p:sp>
      <p:sp>
        <p:nvSpPr>
          <p:cNvPr id="8" name="Text Placeholder 12">
            <a:extLst>
              <a:ext uri="{FF2B5EF4-FFF2-40B4-BE49-F238E27FC236}">
                <a16:creationId xmlns:a16="http://schemas.microsoft.com/office/drawing/2014/main" id="{548785B2-1A75-0248-A02D-593644343089}"/>
              </a:ext>
            </a:extLst>
          </p:cNvPr>
          <p:cNvSpPr>
            <a:spLocks noGrp="1"/>
          </p:cNvSpPr>
          <p:nvPr>
            <p:ph type="body" sz="quarter" idx="13" hasCustomPrompt="1"/>
          </p:nvPr>
        </p:nvSpPr>
        <p:spPr>
          <a:xfrm>
            <a:off x="514711" y="5693822"/>
            <a:ext cx="11072348" cy="365125"/>
          </a:xfrm>
          <a:prstGeom prst="rect">
            <a:avLst/>
          </a:prstGeom>
        </p:spPr>
        <p:txBody>
          <a:bodyPr anchor="b"/>
          <a:lstStyle>
            <a:lvl1pPr marL="0" indent="0">
              <a:lnSpc>
                <a:spcPct val="100000"/>
              </a:lnSpc>
              <a:buNone/>
              <a:defRPr sz="933">
                <a:solidFill>
                  <a:schemeClr val="tx2"/>
                </a:solidFill>
              </a:defRPr>
            </a:lvl1pPr>
          </a:lstStyle>
          <a:p>
            <a:pPr lvl="0"/>
            <a:r>
              <a:rPr lang="en-US" dirty="0"/>
              <a:t>Click to edit Footnote </a:t>
            </a:r>
          </a:p>
        </p:txBody>
      </p:sp>
      <p:sp>
        <p:nvSpPr>
          <p:cNvPr id="7" name="Chart Placeholder 6">
            <a:extLst>
              <a:ext uri="{FF2B5EF4-FFF2-40B4-BE49-F238E27FC236}">
                <a16:creationId xmlns:a16="http://schemas.microsoft.com/office/drawing/2014/main" id="{209DBF36-B503-F44A-A373-FAF2B64AFCFF}"/>
              </a:ext>
            </a:extLst>
          </p:cNvPr>
          <p:cNvSpPr>
            <a:spLocks noGrp="1"/>
          </p:cNvSpPr>
          <p:nvPr>
            <p:ph type="chart" sz="quarter" idx="14"/>
          </p:nvPr>
        </p:nvSpPr>
        <p:spPr>
          <a:xfrm>
            <a:off x="6400800" y="1426464"/>
            <a:ext cx="5181600" cy="4291584"/>
          </a:xfrm>
        </p:spPr>
        <p:txBody>
          <a:bodyPr anchor="ctr"/>
          <a:lstStyle>
            <a:lvl1pPr marL="0" indent="0" algn="ctr">
              <a:buNone/>
              <a:defRPr sz="1200">
                <a:solidFill>
                  <a:schemeClr val="accent1"/>
                </a:solidFill>
              </a:defRPr>
            </a:lvl1pPr>
          </a:lstStyle>
          <a:p>
            <a:endParaRPr lang="en-US"/>
          </a:p>
        </p:txBody>
      </p:sp>
      <p:sp>
        <p:nvSpPr>
          <p:cNvPr id="21" name="Content Placeholder 2">
            <a:extLst>
              <a:ext uri="{FF2B5EF4-FFF2-40B4-BE49-F238E27FC236}">
                <a16:creationId xmlns:a16="http://schemas.microsoft.com/office/drawing/2014/main" id="{7584C915-AEBA-9E46-B545-D476DC3D7F89}"/>
              </a:ext>
            </a:extLst>
          </p:cNvPr>
          <p:cNvSpPr>
            <a:spLocks noGrp="1"/>
          </p:cNvSpPr>
          <p:nvPr>
            <p:ph idx="15"/>
          </p:nvPr>
        </p:nvSpPr>
        <p:spPr>
          <a:xfrm>
            <a:off x="499872" y="1462617"/>
            <a:ext cx="5364480" cy="4231204"/>
          </a:xfrm>
        </p:spPr>
        <p:txBody>
          <a:bodyPr/>
          <a:lstStyle>
            <a:lvl1pPr marL="122764" indent="-122764">
              <a:lnSpc>
                <a:spcPct val="100000"/>
              </a:lnSpc>
              <a:spcBef>
                <a:spcPts val="400"/>
              </a:spcBef>
              <a:spcAft>
                <a:spcPts val="800"/>
              </a:spcAft>
              <a:buClr>
                <a:schemeClr val="accent1"/>
              </a:buClr>
              <a:tabLst/>
              <a:defRPr sz="1900">
                <a:solidFill>
                  <a:schemeClr val="accent1"/>
                </a:solidFill>
              </a:defRPr>
            </a:lvl1pPr>
            <a:lvl2pPr marL="268811" indent="-122764">
              <a:lnSpc>
                <a:spcPct val="100000"/>
              </a:lnSpc>
              <a:spcBef>
                <a:spcPts val="0"/>
              </a:spcBef>
              <a:spcAft>
                <a:spcPts val="800"/>
              </a:spcAft>
              <a:buClr>
                <a:schemeClr val="accent1"/>
              </a:buClr>
              <a:buFont typeface="System Font Regular"/>
              <a:buChar char="-"/>
              <a:tabLst/>
              <a:defRPr sz="1900">
                <a:solidFill>
                  <a:schemeClr val="accent1"/>
                </a:solidFill>
              </a:defRPr>
            </a:lvl2pPr>
            <a:lvl3pPr marL="387341" indent="-107948">
              <a:lnSpc>
                <a:spcPct val="100000"/>
              </a:lnSpc>
              <a:spcBef>
                <a:spcPts val="0"/>
              </a:spcBef>
              <a:spcAft>
                <a:spcPts val="800"/>
              </a:spcAft>
              <a:buClr>
                <a:schemeClr val="accent1"/>
              </a:buClr>
              <a:tabLst/>
              <a:defRPr sz="1600">
                <a:solidFill>
                  <a:schemeClr val="accent1"/>
                </a:solidFill>
              </a:defRPr>
            </a:lvl3pPr>
            <a:lvl4pPr marL="505871" indent="-118530">
              <a:lnSpc>
                <a:spcPct val="100000"/>
              </a:lnSpc>
              <a:spcBef>
                <a:spcPts val="0"/>
              </a:spcBef>
              <a:spcAft>
                <a:spcPts val="800"/>
              </a:spcAft>
              <a:buClr>
                <a:schemeClr val="accent1"/>
              </a:buClr>
              <a:buFont typeface="System Font Regular"/>
              <a:buChar char="-"/>
              <a:tabLst/>
              <a:defRPr sz="1500">
                <a:solidFill>
                  <a:schemeClr val="accent1"/>
                </a:solidFill>
              </a:defRPr>
            </a:lvl4pPr>
            <a:lvl5pPr marL="613818" indent="-97364">
              <a:lnSpc>
                <a:spcPct val="100000"/>
              </a:lnSpc>
              <a:spcBef>
                <a:spcPts val="0"/>
              </a:spcBef>
              <a:spcAft>
                <a:spcPts val="800"/>
              </a:spcAft>
              <a:buClr>
                <a:schemeClr val="accent1"/>
              </a:buClr>
              <a:tabLst/>
              <a:defRPr sz="1400">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Footer Placeholder 3">
            <a:extLst>
              <a:ext uri="{FF2B5EF4-FFF2-40B4-BE49-F238E27FC236}">
                <a16:creationId xmlns:a16="http://schemas.microsoft.com/office/drawing/2014/main" id="{593C8B9C-2327-2A43-9C91-A40CC38C2125}"/>
              </a:ext>
            </a:extLst>
          </p:cNvPr>
          <p:cNvSpPr>
            <a:spLocks noGrp="1"/>
          </p:cNvSpPr>
          <p:nvPr>
            <p:ph type="ftr" sz="quarter" idx="3"/>
          </p:nvPr>
        </p:nvSpPr>
        <p:spPr>
          <a:xfrm>
            <a:off x="7936345" y="6241565"/>
            <a:ext cx="3282903" cy="366183"/>
          </a:xfrm>
          <a:prstGeom prst="rect">
            <a:avLst/>
          </a:prstGeom>
        </p:spPr>
        <p:txBody>
          <a:bodyPr vert="horz" lIns="91440" tIns="45720" rIns="91440" bIns="45720" rtlCol="0" anchor="ctr"/>
          <a:lstStyle>
            <a:lvl1pPr algn="r">
              <a:defRPr sz="1067">
                <a:solidFill>
                  <a:schemeClr val="accent1"/>
                </a:solidFill>
              </a:defRPr>
            </a:lvl1pPr>
          </a:lstStyle>
          <a:p>
            <a:r>
              <a:rPr lang="en-US"/>
              <a:t>Type Division Name here</a:t>
            </a:r>
            <a:endParaRPr lang="en-US" dirty="0"/>
          </a:p>
        </p:txBody>
      </p:sp>
    </p:spTree>
    <p:extLst>
      <p:ext uri="{BB962C8B-B14F-4D97-AF65-F5344CB8AC3E}">
        <p14:creationId xmlns:p14="http://schemas.microsoft.com/office/powerpoint/2010/main" val="3951939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2-line), content and chart #1">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6D10EE-3796-1048-8D75-5FE9E3D92D9F}"/>
              </a:ext>
            </a:extLst>
          </p:cNvPr>
          <p:cNvSpPr>
            <a:spLocks noGrp="1"/>
          </p:cNvSpPr>
          <p:nvPr>
            <p:ph type="sldNum" sz="quarter" idx="12"/>
          </p:nvPr>
        </p:nvSpPr>
        <p:spPr>
          <a:xfrm>
            <a:off x="11213462" y="6244227"/>
            <a:ext cx="470647" cy="377952"/>
          </a:xfrm>
        </p:spPr>
        <p:txBody>
          <a:bodyPr/>
          <a:lstStyle>
            <a:lvl1pPr>
              <a:defRPr sz="1067"/>
            </a:lvl1pPr>
          </a:lstStyle>
          <a:p>
            <a:fld id="{66DE20E4-D496-034F-914D-F7F15B93E95B}" type="slidenum">
              <a:rPr lang="en-US" smtClean="0"/>
              <a:pPr/>
              <a:t>‹#›</a:t>
            </a:fld>
            <a:endParaRPr lang="en-US" dirty="0"/>
          </a:p>
        </p:txBody>
      </p:sp>
      <p:sp>
        <p:nvSpPr>
          <p:cNvPr id="8" name="Text Placeholder 12">
            <a:extLst>
              <a:ext uri="{FF2B5EF4-FFF2-40B4-BE49-F238E27FC236}">
                <a16:creationId xmlns:a16="http://schemas.microsoft.com/office/drawing/2014/main" id="{548785B2-1A75-0248-A02D-593644343089}"/>
              </a:ext>
            </a:extLst>
          </p:cNvPr>
          <p:cNvSpPr>
            <a:spLocks noGrp="1"/>
          </p:cNvSpPr>
          <p:nvPr>
            <p:ph type="body" sz="quarter" idx="13" hasCustomPrompt="1"/>
          </p:nvPr>
        </p:nvSpPr>
        <p:spPr>
          <a:xfrm>
            <a:off x="514711" y="5693822"/>
            <a:ext cx="11072348" cy="365125"/>
          </a:xfrm>
          <a:prstGeom prst="rect">
            <a:avLst/>
          </a:prstGeom>
        </p:spPr>
        <p:txBody>
          <a:bodyPr anchor="b"/>
          <a:lstStyle>
            <a:lvl1pPr marL="0" indent="0">
              <a:lnSpc>
                <a:spcPct val="100000"/>
              </a:lnSpc>
              <a:buNone/>
              <a:defRPr sz="933">
                <a:solidFill>
                  <a:schemeClr val="tx2"/>
                </a:solidFill>
              </a:defRPr>
            </a:lvl1pPr>
          </a:lstStyle>
          <a:p>
            <a:pPr lvl="0"/>
            <a:r>
              <a:rPr lang="en-US" dirty="0"/>
              <a:t>Click to edit Footnote </a:t>
            </a:r>
          </a:p>
        </p:txBody>
      </p:sp>
      <p:sp>
        <p:nvSpPr>
          <p:cNvPr id="7" name="Chart Placeholder 6">
            <a:extLst>
              <a:ext uri="{FF2B5EF4-FFF2-40B4-BE49-F238E27FC236}">
                <a16:creationId xmlns:a16="http://schemas.microsoft.com/office/drawing/2014/main" id="{209DBF36-B503-F44A-A373-FAF2B64AFCFF}"/>
              </a:ext>
            </a:extLst>
          </p:cNvPr>
          <p:cNvSpPr>
            <a:spLocks noGrp="1"/>
          </p:cNvSpPr>
          <p:nvPr>
            <p:ph type="chart" sz="quarter" idx="14"/>
          </p:nvPr>
        </p:nvSpPr>
        <p:spPr>
          <a:xfrm>
            <a:off x="6400800" y="1792224"/>
            <a:ext cx="5181600" cy="3901440"/>
          </a:xfrm>
        </p:spPr>
        <p:txBody>
          <a:bodyPr anchor="ctr"/>
          <a:lstStyle>
            <a:lvl1pPr marL="0" indent="0" algn="ctr">
              <a:buNone/>
              <a:defRPr sz="1200">
                <a:solidFill>
                  <a:schemeClr val="accent1"/>
                </a:solidFill>
              </a:defRPr>
            </a:lvl1pPr>
          </a:lstStyle>
          <a:p>
            <a:endParaRPr lang="en-US"/>
          </a:p>
        </p:txBody>
      </p:sp>
      <p:sp>
        <p:nvSpPr>
          <p:cNvPr id="20" name="Footer Placeholder 3">
            <a:extLst>
              <a:ext uri="{FF2B5EF4-FFF2-40B4-BE49-F238E27FC236}">
                <a16:creationId xmlns:a16="http://schemas.microsoft.com/office/drawing/2014/main" id="{593C8B9C-2327-2A43-9C91-A40CC38C2125}"/>
              </a:ext>
            </a:extLst>
          </p:cNvPr>
          <p:cNvSpPr>
            <a:spLocks noGrp="1"/>
          </p:cNvSpPr>
          <p:nvPr>
            <p:ph type="ftr" sz="quarter" idx="3"/>
          </p:nvPr>
        </p:nvSpPr>
        <p:spPr>
          <a:xfrm>
            <a:off x="7936345" y="6241565"/>
            <a:ext cx="3282903" cy="366183"/>
          </a:xfrm>
          <a:prstGeom prst="rect">
            <a:avLst/>
          </a:prstGeom>
        </p:spPr>
        <p:txBody>
          <a:bodyPr vert="horz" lIns="91440" tIns="45720" rIns="91440" bIns="45720" rtlCol="0" anchor="ctr"/>
          <a:lstStyle>
            <a:lvl1pPr algn="r">
              <a:defRPr sz="1067">
                <a:solidFill>
                  <a:schemeClr val="accent1"/>
                </a:solidFill>
              </a:defRPr>
            </a:lvl1pPr>
          </a:lstStyle>
          <a:p>
            <a:r>
              <a:rPr lang="en-US"/>
              <a:t>Type Division Name here</a:t>
            </a:r>
            <a:endParaRPr lang="en-US" dirty="0"/>
          </a:p>
        </p:txBody>
      </p:sp>
      <p:sp>
        <p:nvSpPr>
          <p:cNvPr id="50" name="Content Placeholder 2">
            <a:extLst>
              <a:ext uri="{FF2B5EF4-FFF2-40B4-BE49-F238E27FC236}">
                <a16:creationId xmlns:a16="http://schemas.microsoft.com/office/drawing/2014/main" id="{254BAD4D-A958-A440-B45A-D94955E74A05}"/>
              </a:ext>
            </a:extLst>
          </p:cNvPr>
          <p:cNvSpPr>
            <a:spLocks noGrp="1"/>
          </p:cNvSpPr>
          <p:nvPr>
            <p:ph idx="15"/>
          </p:nvPr>
        </p:nvSpPr>
        <p:spPr>
          <a:xfrm>
            <a:off x="499872" y="1828802"/>
            <a:ext cx="5364480" cy="3865021"/>
          </a:xfrm>
        </p:spPr>
        <p:txBody>
          <a:bodyPr/>
          <a:lstStyle>
            <a:lvl1pPr marL="122764" indent="-122764">
              <a:lnSpc>
                <a:spcPct val="100000"/>
              </a:lnSpc>
              <a:spcBef>
                <a:spcPts val="400"/>
              </a:spcBef>
              <a:spcAft>
                <a:spcPts val="800"/>
              </a:spcAft>
              <a:buClr>
                <a:schemeClr val="accent1"/>
              </a:buClr>
              <a:tabLst/>
              <a:defRPr sz="1900">
                <a:solidFill>
                  <a:schemeClr val="accent1"/>
                </a:solidFill>
              </a:defRPr>
            </a:lvl1pPr>
            <a:lvl2pPr marL="268811" indent="-122764">
              <a:lnSpc>
                <a:spcPct val="100000"/>
              </a:lnSpc>
              <a:spcBef>
                <a:spcPts val="0"/>
              </a:spcBef>
              <a:spcAft>
                <a:spcPts val="800"/>
              </a:spcAft>
              <a:buClr>
                <a:schemeClr val="accent1"/>
              </a:buClr>
              <a:buFont typeface="System Font Regular"/>
              <a:buChar char="-"/>
              <a:tabLst/>
              <a:defRPr sz="1900">
                <a:solidFill>
                  <a:schemeClr val="accent1"/>
                </a:solidFill>
              </a:defRPr>
            </a:lvl2pPr>
            <a:lvl3pPr marL="387341" indent="-107948">
              <a:lnSpc>
                <a:spcPct val="100000"/>
              </a:lnSpc>
              <a:spcBef>
                <a:spcPts val="0"/>
              </a:spcBef>
              <a:spcAft>
                <a:spcPts val="800"/>
              </a:spcAft>
              <a:buClr>
                <a:schemeClr val="accent1"/>
              </a:buClr>
              <a:tabLst/>
              <a:defRPr sz="1600">
                <a:solidFill>
                  <a:schemeClr val="accent1"/>
                </a:solidFill>
              </a:defRPr>
            </a:lvl3pPr>
            <a:lvl4pPr marL="505871" indent="-118530">
              <a:lnSpc>
                <a:spcPct val="100000"/>
              </a:lnSpc>
              <a:spcBef>
                <a:spcPts val="0"/>
              </a:spcBef>
              <a:spcAft>
                <a:spcPts val="800"/>
              </a:spcAft>
              <a:buClr>
                <a:schemeClr val="accent1"/>
              </a:buClr>
              <a:buFont typeface="System Font Regular"/>
              <a:buChar char="-"/>
              <a:tabLst/>
              <a:defRPr sz="1500">
                <a:solidFill>
                  <a:schemeClr val="accent1"/>
                </a:solidFill>
              </a:defRPr>
            </a:lvl4pPr>
            <a:lvl5pPr marL="613818" indent="-97364">
              <a:lnSpc>
                <a:spcPct val="100000"/>
              </a:lnSpc>
              <a:spcBef>
                <a:spcPts val="0"/>
              </a:spcBef>
              <a:spcAft>
                <a:spcPts val="800"/>
              </a:spcAft>
              <a:buClr>
                <a:schemeClr val="accent1"/>
              </a:buClr>
              <a:tabLst/>
              <a:defRPr sz="1400">
                <a:solidFill>
                  <a:schemeClr val="accent1"/>
                </a:solidFill>
              </a:defRPr>
            </a:lvl5pPr>
          </a:lstStyle>
          <a:p>
            <a:pPr marL="122764" marR="0" lvl="0" indent="-122764" algn="l" defTabSz="914377" rtl="0" eaLnBrk="1" fontAlgn="auto" latinLnBrk="0" hangingPunct="1">
              <a:lnSpc>
                <a:spcPct val="100000"/>
              </a:lnSpc>
              <a:spcBef>
                <a:spcPts val="400"/>
              </a:spcBef>
              <a:spcAft>
                <a:spcPts val="400"/>
              </a:spcAft>
              <a:buClr>
                <a:schemeClr val="accent1"/>
              </a:buClr>
              <a:buSzTx/>
              <a:buFont typeface="Arial" panose="020B0604020202020204" pitchFamily="34" charset="0"/>
              <a:buChar char="•"/>
              <a:tabLst/>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1" name="Title 1">
            <a:extLst>
              <a:ext uri="{FF2B5EF4-FFF2-40B4-BE49-F238E27FC236}">
                <a16:creationId xmlns:a16="http://schemas.microsoft.com/office/drawing/2014/main" id="{30378E39-EE63-5F43-BA84-E27BA0E2F43D}"/>
              </a:ext>
            </a:extLst>
          </p:cNvPr>
          <p:cNvSpPr>
            <a:spLocks noGrp="1"/>
          </p:cNvSpPr>
          <p:nvPr>
            <p:ph type="title" hasCustomPrompt="1"/>
          </p:nvPr>
        </p:nvSpPr>
        <p:spPr>
          <a:xfrm>
            <a:off x="517233" y="469286"/>
            <a:ext cx="11082528" cy="1096841"/>
          </a:xfrm>
        </p:spPr>
        <p:txBody>
          <a:bodyPr/>
          <a:lstStyle>
            <a:lvl1pPr>
              <a:lnSpc>
                <a:spcPct val="100000"/>
              </a:lnSpc>
              <a:defRPr sz="3200"/>
            </a:lvl1pPr>
          </a:lstStyle>
          <a:p>
            <a:r>
              <a:rPr lang="en-US" dirty="0"/>
              <a:t>Click to add a title style with a </a:t>
            </a:r>
            <a:br>
              <a:rPr lang="en-US" dirty="0"/>
            </a:br>
            <a:r>
              <a:rPr lang="en-US" dirty="0"/>
              <a:t>two-line headline</a:t>
            </a:r>
          </a:p>
        </p:txBody>
      </p:sp>
    </p:spTree>
    <p:extLst>
      <p:ext uri="{BB962C8B-B14F-4D97-AF65-F5344CB8AC3E}">
        <p14:creationId xmlns:p14="http://schemas.microsoft.com/office/powerpoint/2010/main" val="37010196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and char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19430-9D19-E74B-A985-0DFB9C995A6C}"/>
              </a:ext>
            </a:extLst>
          </p:cNvPr>
          <p:cNvSpPr>
            <a:spLocks noGrp="1"/>
          </p:cNvSpPr>
          <p:nvPr>
            <p:ph type="title"/>
          </p:nvPr>
        </p:nvSpPr>
        <p:spPr>
          <a:xfrm>
            <a:off x="517234" y="469286"/>
            <a:ext cx="11096132" cy="633457"/>
          </a:xfrm>
        </p:spPr>
        <p:txBody>
          <a:bodyPr/>
          <a:lstStyle>
            <a:lvl1pPr>
              <a:lnSpc>
                <a:spcPct val="100000"/>
              </a:lnSpc>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6FFA7B42-D455-1E4D-9ED5-D09FA229AD73}"/>
              </a:ext>
            </a:extLst>
          </p:cNvPr>
          <p:cNvSpPr>
            <a:spLocks noGrp="1"/>
          </p:cNvSpPr>
          <p:nvPr>
            <p:ph idx="1"/>
          </p:nvPr>
        </p:nvSpPr>
        <p:spPr>
          <a:xfrm>
            <a:off x="499873" y="1463041"/>
            <a:ext cx="4702895" cy="4225577"/>
          </a:xfrm>
        </p:spPr>
        <p:txBody>
          <a:bodyPr/>
          <a:lstStyle>
            <a:lvl1pPr marL="122764" indent="-122764">
              <a:lnSpc>
                <a:spcPct val="100000"/>
              </a:lnSpc>
              <a:spcBef>
                <a:spcPts val="400"/>
              </a:spcBef>
              <a:spcAft>
                <a:spcPts val="800"/>
              </a:spcAft>
              <a:buClr>
                <a:schemeClr val="accent1"/>
              </a:buClr>
              <a:tabLst/>
              <a:defRPr sz="1900">
                <a:solidFill>
                  <a:schemeClr val="accent1"/>
                </a:solidFill>
              </a:defRPr>
            </a:lvl1pPr>
            <a:lvl2pPr marL="258227" indent="-112181">
              <a:lnSpc>
                <a:spcPct val="100000"/>
              </a:lnSpc>
              <a:spcBef>
                <a:spcPts val="0"/>
              </a:spcBef>
              <a:spcAft>
                <a:spcPts val="800"/>
              </a:spcAft>
              <a:buClr>
                <a:schemeClr val="accent1"/>
              </a:buClr>
              <a:buFont typeface="System Font Regular"/>
              <a:buChar char="-"/>
              <a:tabLst/>
              <a:defRPr sz="1900">
                <a:solidFill>
                  <a:schemeClr val="accent1"/>
                </a:solidFill>
              </a:defRPr>
            </a:lvl2pPr>
            <a:lvl3pPr marL="376757" indent="-107948">
              <a:lnSpc>
                <a:spcPct val="100000"/>
              </a:lnSpc>
              <a:spcBef>
                <a:spcPts val="0"/>
              </a:spcBef>
              <a:spcAft>
                <a:spcPts val="800"/>
              </a:spcAft>
              <a:buClr>
                <a:schemeClr val="accent1"/>
              </a:buClr>
              <a:tabLst/>
              <a:defRPr sz="1600">
                <a:solidFill>
                  <a:schemeClr val="accent1"/>
                </a:solidFill>
              </a:defRPr>
            </a:lvl3pPr>
            <a:lvl4pPr marL="484705" indent="-107948">
              <a:lnSpc>
                <a:spcPct val="100000"/>
              </a:lnSpc>
              <a:spcBef>
                <a:spcPts val="0"/>
              </a:spcBef>
              <a:spcAft>
                <a:spcPts val="800"/>
              </a:spcAft>
              <a:buClr>
                <a:schemeClr val="accent1"/>
              </a:buClr>
              <a:buFont typeface="System Font Regular"/>
              <a:buChar char="-"/>
              <a:tabLst/>
              <a:defRPr sz="1500">
                <a:solidFill>
                  <a:schemeClr val="accent1"/>
                </a:solidFill>
              </a:defRPr>
            </a:lvl4pPr>
            <a:lvl5pPr marL="613818" indent="-118530">
              <a:lnSpc>
                <a:spcPct val="100000"/>
              </a:lnSpc>
              <a:spcBef>
                <a:spcPts val="0"/>
              </a:spcBef>
              <a:spcAft>
                <a:spcPts val="800"/>
              </a:spcAft>
              <a:buClr>
                <a:schemeClr val="accent1"/>
              </a:buClr>
              <a:tabLst/>
              <a:defRPr sz="1400">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3B6D10EE-3796-1048-8D75-5FE9E3D92D9F}"/>
              </a:ext>
            </a:extLst>
          </p:cNvPr>
          <p:cNvSpPr>
            <a:spLocks noGrp="1"/>
          </p:cNvSpPr>
          <p:nvPr>
            <p:ph type="sldNum" sz="quarter" idx="12"/>
          </p:nvPr>
        </p:nvSpPr>
        <p:spPr>
          <a:xfrm>
            <a:off x="11213462" y="6244227"/>
            <a:ext cx="470647" cy="377952"/>
          </a:xfrm>
        </p:spPr>
        <p:txBody>
          <a:bodyPr/>
          <a:lstStyle>
            <a:lvl1pPr>
              <a:defRPr sz="1067"/>
            </a:lvl1pPr>
          </a:lstStyle>
          <a:p>
            <a:fld id="{66DE20E4-D496-034F-914D-F7F15B93E95B}" type="slidenum">
              <a:rPr lang="en-US" smtClean="0"/>
              <a:pPr/>
              <a:t>‹#›</a:t>
            </a:fld>
            <a:endParaRPr lang="en-US" dirty="0"/>
          </a:p>
        </p:txBody>
      </p:sp>
      <p:sp>
        <p:nvSpPr>
          <p:cNvPr id="8" name="Text Placeholder 12">
            <a:extLst>
              <a:ext uri="{FF2B5EF4-FFF2-40B4-BE49-F238E27FC236}">
                <a16:creationId xmlns:a16="http://schemas.microsoft.com/office/drawing/2014/main" id="{548785B2-1A75-0248-A02D-593644343089}"/>
              </a:ext>
            </a:extLst>
          </p:cNvPr>
          <p:cNvSpPr>
            <a:spLocks noGrp="1"/>
          </p:cNvSpPr>
          <p:nvPr>
            <p:ph type="body" sz="quarter" idx="13" hasCustomPrompt="1"/>
          </p:nvPr>
        </p:nvSpPr>
        <p:spPr>
          <a:xfrm>
            <a:off x="514711" y="5693822"/>
            <a:ext cx="11072348" cy="365125"/>
          </a:xfrm>
          <a:prstGeom prst="rect">
            <a:avLst/>
          </a:prstGeom>
        </p:spPr>
        <p:txBody>
          <a:bodyPr anchor="b"/>
          <a:lstStyle>
            <a:lvl1pPr marL="0" indent="0">
              <a:lnSpc>
                <a:spcPct val="100000"/>
              </a:lnSpc>
              <a:buNone/>
              <a:defRPr sz="933">
                <a:solidFill>
                  <a:schemeClr val="tx2"/>
                </a:solidFill>
              </a:defRPr>
            </a:lvl1pPr>
          </a:lstStyle>
          <a:p>
            <a:pPr lvl="0"/>
            <a:r>
              <a:rPr lang="en-US" dirty="0"/>
              <a:t>Click to edit Footnote </a:t>
            </a:r>
          </a:p>
        </p:txBody>
      </p:sp>
      <p:sp>
        <p:nvSpPr>
          <p:cNvPr id="7" name="Chart Placeholder 6">
            <a:extLst>
              <a:ext uri="{FF2B5EF4-FFF2-40B4-BE49-F238E27FC236}">
                <a16:creationId xmlns:a16="http://schemas.microsoft.com/office/drawing/2014/main" id="{209DBF36-B503-F44A-A373-FAF2B64AFCFF}"/>
              </a:ext>
            </a:extLst>
          </p:cNvPr>
          <p:cNvSpPr>
            <a:spLocks noGrp="1"/>
          </p:cNvSpPr>
          <p:nvPr>
            <p:ph type="chart" sz="quarter" idx="14"/>
          </p:nvPr>
        </p:nvSpPr>
        <p:spPr>
          <a:xfrm>
            <a:off x="5393267" y="1461449"/>
            <a:ext cx="6278880" cy="4218432"/>
          </a:xfrm>
        </p:spPr>
        <p:txBody>
          <a:bodyPr anchor="ctr"/>
          <a:lstStyle>
            <a:lvl1pPr marL="0" indent="0" algn="ctr">
              <a:buNone/>
              <a:defRPr sz="1200">
                <a:solidFill>
                  <a:schemeClr val="accent1"/>
                </a:solidFill>
              </a:defRPr>
            </a:lvl1pPr>
          </a:lstStyle>
          <a:p>
            <a:endParaRPr lang="en-US" dirty="0"/>
          </a:p>
        </p:txBody>
      </p:sp>
      <p:sp>
        <p:nvSpPr>
          <p:cNvPr id="28" name="Footer Placeholder 3">
            <a:extLst>
              <a:ext uri="{FF2B5EF4-FFF2-40B4-BE49-F238E27FC236}">
                <a16:creationId xmlns:a16="http://schemas.microsoft.com/office/drawing/2014/main" id="{73CCDD9D-AE73-5B4E-8E6D-1B5B9FA6A313}"/>
              </a:ext>
            </a:extLst>
          </p:cNvPr>
          <p:cNvSpPr>
            <a:spLocks noGrp="1"/>
          </p:cNvSpPr>
          <p:nvPr>
            <p:ph type="ftr" sz="quarter" idx="3"/>
          </p:nvPr>
        </p:nvSpPr>
        <p:spPr>
          <a:xfrm>
            <a:off x="7936345" y="6241565"/>
            <a:ext cx="3282903" cy="366183"/>
          </a:xfrm>
          <a:prstGeom prst="rect">
            <a:avLst/>
          </a:prstGeom>
        </p:spPr>
        <p:txBody>
          <a:bodyPr vert="horz" lIns="91440" tIns="45720" rIns="91440" bIns="45720" rtlCol="0" anchor="ctr"/>
          <a:lstStyle>
            <a:lvl1pPr algn="r">
              <a:defRPr sz="1067">
                <a:solidFill>
                  <a:schemeClr val="accent1"/>
                </a:solidFill>
              </a:defRPr>
            </a:lvl1pPr>
          </a:lstStyle>
          <a:p>
            <a:r>
              <a:rPr lang="en-US"/>
              <a:t>Type Division Name here</a:t>
            </a:r>
            <a:endParaRPr lang="en-US" dirty="0"/>
          </a:p>
        </p:txBody>
      </p:sp>
    </p:spTree>
    <p:extLst>
      <p:ext uri="{BB962C8B-B14F-4D97-AF65-F5344CB8AC3E}">
        <p14:creationId xmlns:p14="http://schemas.microsoft.com/office/powerpoint/2010/main" val="42550020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2-line), content and chart #2">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6D10EE-3796-1048-8D75-5FE9E3D92D9F}"/>
              </a:ext>
            </a:extLst>
          </p:cNvPr>
          <p:cNvSpPr>
            <a:spLocks noGrp="1"/>
          </p:cNvSpPr>
          <p:nvPr>
            <p:ph type="sldNum" sz="quarter" idx="12"/>
          </p:nvPr>
        </p:nvSpPr>
        <p:spPr>
          <a:xfrm>
            <a:off x="11213462" y="6244227"/>
            <a:ext cx="470647" cy="377952"/>
          </a:xfrm>
        </p:spPr>
        <p:txBody>
          <a:bodyPr/>
          <a:lstStyle>
            <a:lvl1pPr>
              <a:defRPr sz="1067"/>
            </a:lvl1pPr>
          </a:lstStyle>
          <a:p>
            <a:fld id="{66DE20E4-D496-034F-914D-F7F15B93E95B}" type="slidenum">
              <a:rPr lang="en-US" smtClean="0"/>
              <a:pPr/>
              <a:t>‹#›</a:t>
            </a:fld>
            <a:endParaRPr lang="en-US" dirty="0"/>
          </a:p>
        </p:txBody>
      </p:sp>
      <p:sp>
        <p:nvSpPr>
          <p:cNvPr id="8" name="Text Placeholder 12">
            <a:extLst>
              <a:ext uri="{FF2B5EF4-FFF2-40B4-BE49-F238E27FC236}">
                <a16:creationId xmlns:a16="http://schemas.microsoft.com/office/drawing/2014/main" id="{548785B2-1A75-0248-A02D-593644343089}"/>
              </a:ext>
            </a:extLst>
          </p:cNvPr>
          <p:cNvSpPr>
            <a:spLocks noGrp="1"/>
          </p:cNvSpPr>
          <p:nvPr>
            <p:ph type="body" sz="quarter" idx="13" hasCustomPrompt="1"/>
          </p:nvPr>
        </p:nvSpPr>
        <p:spPr>
          <a:xfrm>
            <a:off x="514711" y="5693822"/>
            <a:ext cx="11072348" cy="365125"/>
          </a:xfrm>
          <a:prstGeom prst="rect">
            <a:avLst/>
          </a:prstGeom>
        </p:spPr>
        <p:txBody>
          <a:bodyPr anchor="b"/>
          <a:lstStyle>
            <a:lvl1pPr marL="0" indent="0">
              <a:lnSpc>
                <a:spcPct val="100000"/>
              </a:lnSpc>
              <a:buNone/>
              <a:defRPr sz="933">
                <a:solidFill>
                  <a:schemeClr val="tx2"/>
                </a:solidFill>
              </a:defRPr>
            </a:lvl1pPr>
          </a:lstStyle>
          <a:p>
            <a:pPr lvl="0"/>
            <a:r>
              <a:rPr lang="en-US" dirty="0"/>
              <a:t>Click to edit Footnote </a:t>
            </a:r>
          </a:p>
        </p:txBody>
      </p:sp>
      <p:sp>
        <p:nvSpPr>
          <p:cNvPr id="7" name="Chart Placeholder 6">
            <a:extLst>
              <a:ext uri="{FF2B5EF4-FFF2-40B4-BE49-F238E27FC236}">
                <a16:creationId xmlns:a16="http://schemas.microsoft.com/office/drawing/2014/main" id="{209DBF36-B503-F44A-A373-FAF2B64AFCFF}"/>
              </a:ext>
            </a:extLst>
          </p:cNvPr>
          <p:cNvSpPr>
            <a:spLocks noGrp="1"/>
          </p:cNvSpPr>
          <p:nvPr>
            <p:ph type="chart" sz="quarter" idx="14"/>
          </p:nvPr>
        </p:nvSpPr>
        <p:spPr>
          <a:xfrm>
            <a:off x="5388864" y="1828801"/>
            <a:ext cx="6278880" cy="3864864"/>
          </a:xfrm>
        </p:spPr>
        <p:txBody>
          <a:bodyPr anchor="ctr"/>
          <a:lstStyle>
            <a:lvl1pPr marL="0" indent="0" algn="ctr">
              <a:buNone/>
              <a:defRPr sz="1200">
                <a:solidFill>
                  <a:schemeClr val="accent1"/>
                </a:solidFill>
              </a:defRPr>
            </a:lvl1pPr>
          </a:lstStyle>
          <a:p>
            <a:endParaRPr lang="en-US" dirty="0"/>
          </a:p>
        </p:txBody>
      </p:sp>
      <p:sp>
        <p:nvSpPr>
          <p:cNvPr id="28" name="Footer Placeholder 3">
            <a:extLst>
              <a:ext uri="{FF2B5EF4-FFF2-40B4-BE49-F238E27FC236}">
                <a16:creationId xmlns:a16="http://schemas.microsoft.com/office/drawing/2014/main" id="{73CCDD9D-AE73-5B4E-8E6D-1B5B9FA6A313}"/>
              </a:ext>
            </a:extLst>
          </p:cNvPr>
          <p:cNvSpPr>
            <a:spLocks noGrp="1"/>
          </p:cNvSpPr>
          <p:nvPr>
            <p:ph type="ftr" sz="quarter" idx="3"/>
          </p:nvPr>
        </p:nvSpPr>
        <p:spPr>
          <a:xfrm>
            <a:off x="7936345" y="6241565"/>
            <a:ext cx="3282903" cy="366183"/>
          </a:xfrm>
          <a:prstGeom prst="rect">
            <a:avLst/>
          </a:prstGeom>
        </p:spPr>
        <p:txBody>
          <a:bodyPr vert="horz" lIns="91440" tIns="45720" rIns="91440" bIns="45720" rtlCol="0" anchor="ctr"/>
          <a:lstStyle>
            <a:lvl1pPr algn="r">
              <a:defRPr sz="1067">
                <a:solidFill>
                  <a:schemeClr val="accent1"/>
                </a:solidFill>
              </a:defRPr>
            </a:lvl1pPr>
          </a:lstStyle>
          <a:p>
            <a:r>
              <a:rPr lang="en-US"/>
              <a:t>Type Division Name here</a:t>
            </a:r>
            <a:endParaRPr lang="en-US" dirty="0"/>
          </a:p>
        </p:txBody>
      </p:sp>
      <p:sp>
        <p:nvSpPr>
          <p:cNvPr id="63" name="Content Placeholder 2">
            <a:extLst>
              <a:ext uri="{FF2B5EF4-FFF2-40B4-BE49-F238E27FC236}">
                <a16:creationId xmlns:a16="http://schemas.microsoft.com/office/drawing/2014/main" id="{1EF2830B-505D-3247-9562-60314ACE4164}"/>
              </a:ext>
            </a:extLst>
          </p:cNvPr>
          <p:cNvSpPr>
            <a:spLocks noGrp="1"/>
          </p:cNvSpPr>
          <p:nvPr>
            <p:ph idx="15"/>
          </p:nvPr>
        </p:nvSpPr>
        <p:spPr>
          <a:xfrm>
            <a:off x="499873" y="1828802"/>
            <a:ext cx="4702895" cy="3865021"/>
          </a:xfrm>
        </p:spPr>
        <p:txBody>
          <a:bodyPr/>
          <a:lstStyle>
            <a:lvl1pPr marL="122764" indent="-122764">
              <a:lnSpc>
                <a:spcPct val="100000"/>
              </a:lnSpc>
              <a:spcBef>
                <a:spcPts val="400"/>
              </a:spcBef>
              <a:spcAft>
                <a:spcPts val="800"/>
              </a:spcAft>
              <a:buClr>
                <a:schemeClr val="accent1"/>
              </a:buClr>
              <a:tabLst/>
              <a:defRPr sz="1900">
                <a:solidFill>
                  <a:schemeClr val="accent1"/>
                </a:solidFill>
              </a:defRPr>
            </a:lvl1pPr>
            <a:lvl2pPr marL="268811" indent="-122764">
              <a:lnSpc>
                <a:spcPct val="100000"/>
              </a:lnSpc>
              <a:spcBef>
                <a:spcPts val="0"/>
              </a:spcBef>
              <a:spcAft>
                <a:spcPts val="800"/>
              </a:spcAft>
              <a:buClr>
                <a:schemeClr val="accent1"/>
              </a:buClr>
              <a:buFont typeface="System Font Regular"/>
              <a:buChar char="-"/>
              <a:tabLst/>
              <a:defRPr sz="1900">
                <a:solidFill>
                  <a:schemeClr val="accent1"/>
                </a:solidFill>
              </a:defRPr>
            </a:lvl2pPr>
            <a:lvl3pPr marL="387341" indent="-107948">
              <a:lnSpc>
                <a:spcPct val="100000"/>
              </a:lnSpc>
              <a:spcBef>
                <a:spcPts val="0"/>
              </a:spcBef>
              <a:spcAft>
                <a:spcPts val="800"/>
              </a:spcAft>
              <a:buClr>
                <a:schemeClr val="accent1"/>
              </a:buClr>
              <a:tabLst/>
              <a:defRPr sz="1600">
                <a:solidFill>
                  <a:schemeClr val="accent1"/>
                </a:solidFill>
              </a:defRPr>
            </a:lvl3pPr>
            <a:lvl4pPr marL="505871" indent="-118530">
              <a:lnSpc>
                <a:spcPct val="100000"/>
              </a:lnSpc>
              <a:spcBef>
                <a:spcPts val="0"/>
              </a:spcBef>
              <a:spcAft>
                <a:spcPts val="800"/>
              </a:spcAft>
              <a:buClr>
                <a:schemeClr val="accent1"/>
              </a:buClr>
              <a:buFont typeface="System Font Regular"/>
              <a:buChar char="-"/>
              <a:tabLst/>
              <a:defRPr sz="1500">
                <a:solidFill>
                  <a:schemeClr val="accent1"/>
                </a:solidFill>
              </a:defRPr>
            </a:lvl4pPr>
            <a:lvl5pPr marL="613818" indent="-97364">
              <a:lnSpc>
                <a:spcPct val="100000"/>
              </a:lnSpc>
              <a:spcBef>
                <a:spcPts val="0"/>
              </a:spcBef>
              <a:spcAft>
                <a:spcPts val="800"/>
              </a:spcAft>
              <a:buClr>
                <a:schemeClr val="accent1"/>
              </a:buClr>
              <a:tabLst/>
              <a:defRPr sz="1400">
                <a:solidFill>
                  <a:schemeClr val="accent1"/>
                </a:solidFill>
              </a:defRPr>
            </a:lvl5pPr>
          </a:lstStyle>
          <a:p>
            <a:pPr marL="122764" marR="0" lvl="0" indent="-122764" algn="l" defTabSz="914377" rtl="0" eaLnBrk="1" fontAlgn="auto" latinLnBrk="0" hangingPunct="1">
              <a:lnSpc>
                <a:spcPct val="100000"/>
              </a:lnSpc>
              <a:spcBef>
                <a:spcPts val="400"/>
              </a:spcBef>
              <a:spcAft>
                <a:spcPts val="400"/>
              </a:spcAft>
              <a:buClr>
                <a:schemeClr val="accent1"/>
              </a:buClr>
              <a:buSzTx/>
              <a:buFont typeface="Arial" panose="020B0604020202020204" pitchFamily="34" charset="0"/>
              <a:buChar char="•"/>
              <a:tabLst/>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4" name="Title 1">
            <a:extLst>
              <a:ext uri="{FF2B5EF4-FFF2-40B4-BE49-F238E27FC236}">
                <a16:creationId xmlns:a16="http://schemas.microsoft.com/office/drawing/2014/main" id="{961B6958-FC02-3943-AAE0-C24A8AD0B6BB}"/>
              </a:ext>
            </a:extLst>
          </p:cNvPr>
          <p:cNvSpPr>
            <a:spLocks noGrp="1"/>
          </p:cNvSpPr>
          <p:nvPr>
            <p:ph type="title" hasCustomPrompt="1"/>
          </p:nvPr>
        </p:nvSpPr>
        <p:spPr>
          <a:xfrm>
            <a:off x="517233" y="469286"/>
            <a:ext cx="11082528" cy="1096841"/>
          </a:xfrm>
        </p:spPr>
        <p:txBody>
          <a:bodyPr/>
          <a:lstStyle>
            <a:lvl1pPr>
              <a:lnSpc>
                <a:spcPct val="100000"/>
              </a:lnSpc>
              <a:defRPr sz="3200"/>
            </a:lvl1pPr>
          </a:lstStyle>
          <a:p>
            <a:r>
              <a:rPr lang="en-US" dirty="0"/>
              <a:t>Click to add a title style with a </a:t>
            </a:r>
            <a:br>
              <a:rPr lang="en-US" dirty="0"/>
            </a:br>
            <a:r>
              <a:rPr lang="en-US" dirty="0"/>
              <a:t>two-line headline</a:t>
            </a:r>
          </a:p>
        </p:txBody>
      </p:sp>
    </p:spTree>
    <p:extLst>
      <p:ext uri="{BB962C8B-B14F-4D97-AF65-F5344CB8AC3E}">
        <p14:creationId xmlns:p14="http://schemas.microsoft.com/office/powerpoint/2010/main" val="39764481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and chart #3">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6D10EE-3796-1048-8D75-5FE9E3D92D9F}"/>
              </a:ext>
            </a:extLst>
          </p:cNvPr>
          <p:cNvSpPr>
            <a:spLocks noGrp="1"/>
          </p:cNvSpPr>
          <p:nvPr>
            <p:ph type="sldNum" sz="quarter" idx="12"/>
          </p:nvPr>
        </p:nvSpPr>
        <p:spPr>
          <a:xfrm>
            <a:off x="11213462" y="6244227"/>
            <a:ext cx="470647" cy="377952"/>
          </a:xfrm>
        </p:spPr>
        <p:txBody>
          <a:bodyPr/>
          <a:lstStyle>
            <a:lvl1pPr>
              <a:defRPr sz="1067"/>
            </a:lvl1pPr>
          </a:lstStyle>
          <a:p>
            <a:fld id="{66DE20E4-D496-034F-914D-F7F15B93E95B}" type="slidenum">
              <a:rPr lang="en-US" smtClean="0"/>
              <a:pPr/>
              <a:t>‹#›</a:t>
            </a:fld>
            <a:endParaRPr lang="en-US" dirty="0"/>
          </a:p>
        </p:txBody>
      </p:sp>
      <p:sp>
        <p:nvSpPr>
          <p:cNvPr id="8" name="Text Placeholder 12">
            <a:extLst>
              <a:ext uri="{FF2B5EF4-FFF2-40B4-BE49-F238E27FC236}">
                <a16:creationId xmlns:a16="http://schemas.microsoft.com/office/drawing/2014/main" id="{548785B2-1A75-0248-A02D-593644343089}"/>
              </a:ext>
            </a:extLst>
          </p:cNvPr>
          <p:cNvSpPr>
            <a:spLocks noGrp="1"/>
          </p:cNvSpPr>
          <p:nvPr>
            <p:ph type="body" sz="quarter" idx="13" hasCustomPrompt="1"/>
          </p:nvPr>
        </p:nvSpPr>
        <p:spPr>
          <a:xfrm>
            <a:off x="514711" y="5693822"/>
            <a:ext cx="11072348" cy="365125"/>
          </a:xfrm>
          <a:prstGeom prst="rect">
            <a:avLst/>
          </a:prstGeom>
        </p:spPr>
        <p:txBody>
          <a:bodyPr anchor="b"/>
          <a:lstStyle>
            <a:lvl1pPr marL="0" indent="0">
              <a:lnSpc>
                <a:spcPct val="100000"/>
              </a:lnSpc>
              <a:buNone/>
              <a:defRPr sz="933">
                <a:solidFill>
                  <a:schemeClr val="tx2"/>
                </a:solidFill>
              </a:defRPr>
            </a:lvl1pPr>
          </a:lstStyle>
          <a:p>
            <a:pPr lvl="0"/>
            <a:r>
              <a:rPr lang="en-US" dirty="0"/>
              <a:t>Click to edit Footnote </a:t>
            </a:r>
          </a:p>
        </p:txBody>
      </p:sp>
      <p:sp>
        <p:nvSpPr>
          <p:cNvPr id="7" name="Chart Placeholder 6">
            <a:extLst>
              <a:ext uri="{FF2B5EF4-FFF2-40B4-BE49-F238E27FC236}">
                <a16:creationId xmlns:a16="http://schemas.microsoft.com/office/drawing/2014/main" id="{209DBF36-B503-F44A-A373-FAF2B64AFCFF}"/>
              </a:ext>
            </a:extLst>
          </p:cNvPr>
          <p:cNvSpPr>
            <a:spLocks noGrp="1"/>
          </p:cNvSpPr>
          <p:nvPr>
            <p:ph type="chart" sz="quarter" idx="14"/>
          </p:nvPr>
        </p:nvSpPr>
        <p:spPr>
          <a:xfrm>
            <a:off x="512064" y="1280160"/>
            <a:ext cx="11192256" cy="4413504"/>
          </a:xfrm>
        </p:spPr>
        <p:txBody>
          <a:bodyPr anchor="ctr"/>
          <a:lstStyle>
            <a:lvl1pPr marL="0" indent="0" algn="ctr">
              <a:buFont typeface="Arial" panose="020B0604020202020204" pitchFamily="34" charset="0"/>
              <a:buNone/>
              <a:defRPr sz="1200">
                <a:solidFill>
                  <a:schemeClr val="accent1"/>
                </a:solidFill>
              </a:defRPr>
            </a:lvl1pPr>
          </a:lstStyle>
          <a:p>
            <a:endParaRPr lang="en-US"/>
          </a:p>
        </p:txBody>
      </p:sp>
      <p:sp>
        <p:nvSpPr>
          <p:cNvPr id="16" name="Footer Placeholder 3">
            <a:extLst>
              <a:ext uri="{FF2B5EF4-FFF2-40B4-BE49-F238E27FC236}">
                <a16:creationId xmlns:a16="http://schemas.microsoft.com/office/drawing/2014/main" id="{5219E52D-E660-1842-9FA4-3E9C0B97A407}"/>
              </a:ext>
            </a:extLst>
          </p:cNvPr>
          <p:cNvSpPr>
            <a:spLocks noGrp="1"/>
          </p:cNvSpPr>
          <p:nvPr>
            <p:ph type="ftr" sz="quarter" idx="3"/>
          </p:nvPr>
        </p:nvSpPr>
        <p:spPr>
          <a:xfrm>
            <a:off x="7936345" y="6241565"/>
            <a:ext cx="3282903" cy="366183"/>
          </a:xfrm>
          <a:prstGeom prst="rect">
            <a:avLst/>
          </a:prstGeom>
        </p:spPr>
        <p:txBody>
          <a:bodyPr vert="horz" lIns="91440" tIns="45720" rIns="91440" bIns="45720" rtlCol="0" anchor="ctr"/>
          <a:lstStyle>
            <a:lvl1pPr algn="r">
              <a:defRPr sz="1067">
                <a:solidFill>
                  <a:schemeClr val="accent1"/>
                </a:solidFill>
              </a:defRPr>
            </a:lvl1pPr>
          </a:lstStyle>
          <a:p>
            <a:r>
              <a:rPr lang="en-US"/>
              <a:t>Type Division Name here</a:t>
            </a:r>
            <a:endParaRPr lang="en-US" dirty="0"/>
          </a:p>
        </p:txBody>
      </p:sp>
      <p:sp>
        <p:nvSpPr>
          <p:cNvPr id="63" name="Title 1">
            <a:extLst>
              <a:ext uri="{FF2B5EF4-FFF2-40B4-BE49-F238E27FC236}">
                <a16:creationId xmlns:a16="http://schemas.microsoft.com/office/drawing/2014/main" id="{9B91C294-EF6A-8D47-BC58-4FB5C91EF5ED}"/>
              </a:ext>
            </a:extLst>
          </p:cNvPr>
          <p:cNvSpPr>
            <a:spLocks noGrp="1"/>
          </p:cNvSpPr>
          <p:nvPr>
            <p:ph type="title" hasCustomPrompt="1"/>
          </p:nvPr>
        </p:nvSpPr>
        <p:spPr>
          <a:xfrm>
            <a:off x="517233" y="469287"/>
            <a:ext cx="11082528" cy="694893"/>
          </a:xfrm>
        </p:spPr>
        <p:txBody>
          <a:bodyPr/>
          <a:lstStyle>
            <a:lvl1pPr>
              <a:lnSpc>
                <a:spcPct val="100000"/>
              </a:lnSpc>
              <a:defRPr sz="3200"/>
            </a:lvl1pPr>
          </a:lstStyle>
          <a:p>
            <a:r>
              <a:rPr lang="en-US" dirty="0"/>
              <a:t>Click to add a title style</a:t>
            </a:r>
          </a:p>
        </p:txBody>
      </p:sp>
    </p:spTree>
    <p:extLst>
      <p:ext uri="{BB962C8B-B14F-4D97-AF65-F5344CB8AC3E}">
        <p14:creationId xmlns:p14="http://schemas.microsoft.com/office/powerpoint/2010/main" val="1581130384"/>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2-line), content and chart #3">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6D10EE-3796-1048-8D75-5FE9E3D92D9F}"/>
              </a:ext>
            </a:extLst>
          </p:cNvPr>
          <p:cNvSpPr>
            <a:spLocks noGrp="1"/>
          </p:cNvSpPr>
          <p:nvPr>
            <p:ph type="sldNum" sz="quarter" idx="12"/>
          </p:nvPr>
        </p:nvSpPr>
        <p:spPr>
          <a:xfrm>
            <a:off x="11213462" y="6244227"/>
            <a:ext cx="470647" cy="377952"/>
          </a:xfrm>
        </p:spPr>
        <p:txBody>
          <a:bodyPr/>
          <a:lstStyle>
            <a:lvl1pPr>
              <a:defRPr sz="1067"/>
            </a:lvl1pPr>
          </a:lstStyle>
          <a:p>
            <a:fld id="{66DE20E4-D496-034F-914D-F7F15B93E95B}" type="slidenum">
              <a:rPr lang="en-US" smtClean="0"/>
              <a:pPr/>
              <a:t>‹#›</a:t>
            </a:fld>
            <a:endParaRPr lang="en-US" dirty="0"/>
          </a:p>
        </p:txBody>
      </p:sp>
      <p:sp>
        <p:nvSpPr>
          <p:cNvPr id="8" name="Text Placeholder 12">
            <a:extLst>
              <a:ext uri="{FF2B5EF4-FFF2-40B4-BE49-F238E27FC236}">
                <a16:creationId xmlns:a16="http://schemas.microsoft.com/office/drawing/2014/main" id="{548785B2-1A75-0248-A02D-593644343089}"/>
              </a:ext>
            </a:extLst>
          </p:cNvPr>
          <p:cNvSpPr>
            <a:spLocks noGrp="1"/>
          </p:cNvSpPr>
          <p:nvPr>
            <p:ph type="body" sz="quarter" idx="13" hasCustomPrompt="1"/>
          </p:nvPr>
        </p:nvSpPr>
        <p:spPr>
          <a:xfrm>
            <a:off x="514711" y="5693822"/>
            <a:ext cx="11072348" cy="365125"/>
          </a:xfrm>
          <a:prstGeom prst="rect">
            <a:avLst/>
          </a:prstGeom>
        </p:spPr>
        <p:txBody>
          <a:bodyPr anchor="b"/>
          <a:lstStyle>
            <a:lvl1pPr marL="0" indent="0">
              <a:lnSpc>
                <a:spcPct val="100000"/>
              </a:lnSpc>
              <a:buNone/>
              <a:defRPr sz="933">
                <a:solidFill>
                  <a:schemeClr val="tx2"/>
                </a:solidFill>
              </a:defRPr>
            </a:lvl1pPr>
          </a:lstStyle>
          <a:p>
            <a:pPr lvl="0"/>
            <a:r>
              <a:rPr lang="en-US" dirty="0"/>
              <a:t>Click to edit Footnote </a:t>
            </a:r>
          </a:p>
        </p:txBody>
      </p:sp>
      <p:sp>
        <p:nvSpPr>
          <p:cNvPr id="7" name="Chart Placeholder 6">
            <a:extLst>
              <a:ext uri="{FF2B5EF4-FFF2-40B4-BE49-F238E27FC236}">
                <a16:creationId xmlns:a16="http://schemas.microsoft.com/office/drawing/2014/main" id="{209DBF36-B503-F44A-A373-FAF2B64AFCFF}"/>
              </a:ext>
            </a:extLst>
          </p:cNvPr>
          <p:cNvSpPr>
            <a:spLocks noGrp="1"/>
          </p:cNvSpPr>
          <p:nvPr>
            <p:ph type="chart" sz="quarter" idx="14"/>
          </p:nvPr>
        </p:nvSpPr>
        <p:spPr>
          <a:xfrm>
            <a:off x="512064" y="1670304"/>
            <a:ext cx="11192256" cy="4023360"/>
          </a:xfrm>
        </p:spPr>
        <p:txBody>
          <a:bodyPr anchor="ctr"/>
          <a:lstStyle>
            <a:lvl1pPr marL="0" indent="0" algn="ctr">
              <a:buFont typeface="Arial" panose="020B0604020202020204" pitchFamily="34" charset="0"/>
              <a:buNone/>
              <a:defRPr sz="1200">
                <a:solidFill>
                  <a:schemeClr val="accent1"/>
                </a:solidFill>
              </a:defRPr>
            </a:lvl1pPr>
          </a:lstStyle>
          <a:p>
            <a:endParaRPr lang="en-US"/>
          </a:p>
        </p:txBody>
      </p:sp>
      <p:sp>
        <p:nvSpPr>
          <p:cNvPr id="16" name="Footer Placeholder 3">
            <a:extLst>
              <a:ext uri="{FF2B5EF4-FFF2-40B4-BE49-F238E27FC236}">
                <a16:creationId xmlns:a16="http://schemas.microsoft.com/office/drawing/2014/main" id="{5219E52D-E660-1842-9FA4-3E9C0B97A407}"/>
              </a:ext>
            </a:extLst>
          </p:cNvPr>
          <p:cNvSpPr>
            <a:spLocks noGrp="1"/>
          </p:cNvSpPr>
          <p:nvPr>
            <p:ph type="ftr" sz="quarter" idx="3"/>
          </p:nvPr>
        </p:nvSpPr>
        <p:spPr>
          <a:xfrm>
            <a:off x="7936345" y="6241565"/>
            <a:ext cx="3282903" cy="366183"/>
          </a:xfrm>
          <a:prstGeom prst="rect">
            <a:avLst/>
          </a:prstGeom>
        </p:spPr>
        <p:txBody>
          <a:bodyPr vert="horz" lIns="91440" tIns="45720" rIns="91440" bIns="45720" rtlCol="0" anchor="ctr"/>
          <a:lstStyle>
            <a:lvl1pPr algn="r">
              <a:defRPr sz="1067">
                <a:solidFill>
                  <a:schemeClr val="accent1"/>
                </a:solidFill>
              </a:defRPr>
            </a:lvl1pPr>
          </a:lstStyle>
          <a:p>
            <a:r>
              <a:rPr lang="en-US"/>
              <a:t>Type Division Name here</a:t>
            </a:r>
            <a:endParaRPr lang="en-US" dirty="0"/>
          </a:p>
        </p:txBody>
      </p:sp>
      <p:sp>
        <p:nvSpPr>
          <p:cNvPr id="63" name="Title 1">
            <a:extLst>
              <a:ext uri="{FF2B5EF4-FFF2-40B4-BE49-F238E27FC236}">
                <a16:creationId xmlns:a16="http://schemas.microsoft.com/office/drawing/2014/main" id="{9B91C294-EF6A-8D47-BC58-4FB5C91EF5ED}"/>
              </a:ext>
            </a:extLst>
          </p:cNvPr>
          <p:cNvSpPr>
            <a:spLocks noGrp="1"/>
          </p:cNvSpPr>
          <p:nvPr>
            <p:ph type="title" hasCustomPrompt="1"/>
          </p:nvPr>
        </p:nvSpPr>
        <p:spPr>
          <a:xfrm>
            <a:off x="517233" y="469286"/>
            <a:ext cx="11082528" cy="1096841"/>
          </a:xfrm>
        </p:spPr>
        <p:txBody>
          <a:bodyPr/>
          <a:lstStyle>
            <a:lvl1pPr>
              <a:lnSpc>
                <a:spcPct val="100000"/>
              </a:lnSpc>
              <a:defRPr sz="3200"/>
            </a:lvl1pPr>
          </a:lstStyle>
          <a:p>
            <a:r>
              <a:rPr lang="en-US" dirty="0"/>
              <a:t>Click to add a title style with a </a:t>
            </a:r>
            <a:br>
              <a:rPr lang="en-US" dirty="0"/>
            </a:br>
            <a:r>
              <a:rPr lang="en-US" dirty="0"/>
              <a:t>two-line headline</a:t>
            </a:r>
          </a:p>
        </p:txBody>
      </p:sp>
    </p:spTree>
    <p:extLst>
      <p:ext uri="{BB962C8B-B14F-4D97-AF65-F5344CB8AC3E}">
        <p14:creationId xmlns:p14="http://schemas.microsoft.com/office/powerpoint/2010/main" val="373600362"/>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a:xfrm>
            <a:off x="517234" y="469286"/>
            <a:ext cx="11096132" cy="732508"/>
          </a:xfrm>
        </p:spPr>
        <p:txBody>
          <a:bodyPr vert="horz" lIns="91440" tIns="45720" rIns="91440" bIns="45720" rtlCol="0" anchor="t" anchorCtr="0">
            <a:noAutofit/>
          </a:bodyPr>
          <a:lstStyle>
            <a:lvl1pPr>
              <a:lnSpc>
                <a:spcPct val="100000"/>
              </a:lnSpc>
              <a:defRPr lang="en-US"/>
            </a:lvl1pPr>
          </a:lstStyle>
          <a:p>
            <a:pPr lvl="0"/>
            <a:r>
              <a:rPr lang="en-US" dirty="0"/>
              <a:t>Click to edit Master title style</a:t>
            </a:r>
          </a:p>
        </p:txBody>
      </p:sp>
      <p:sp>
        <p:nvSpPr>
          <p:cNvPr id="6" name="Slide Number Placeholder 5"/>
          <p:cNvSpPr>
            <a:spLocks noGrp="1"/>
          </p:cNvSpPr>
          <p:nvPr>
            <p:ph type="sldNum" sz="quarter" idx="12"/>
          </p:nvPr>
        </p:nvSpPr>
        <p:spPr/>
        <p:txBody>
          <a:bodyPr/>
          <a:lstStyle/>
          <a:p>
            <a:fld id="{90F9BDA0-AF0E-4BA8-B742-3B9C92A3E6FE}" type="slidenum">
              <a:rPr lang="en-US" smtClean="0"/>
              <a:t>‹#›</a:t>
            </a:fld>
            <a:endParaRPr lang="en-US"/>
          </a:p>
        </p:txBody>
      </p:sp>
      <p:sp>
        <p:nvSpPr>
          <p:cNvPr id="5" name="Footer Placeholder 3">
            <a:extLst>
              <a:ext uri="{FF2B5EF4-FFF2-40B4-BE49-F238E27FC236}">
                <a16:creationId xmlns:a16="http://schemas.microsoft.com/office/drawing/2014/main" id="{C6DFF85B-602D-9846-8AE0-BE3B4117F97C}"/>
              </a:ext>
            </a:extLst>
          </p:cNvPr>
          <p:cNvSpPr>
            <a:spLocks noGrp="1"/>
          </p:cNvSpPr>
          <p:nvPr>
            <p:ph type="ftr" sz="quarter" idx="3"/>
          </p:nvPr>
        </p:nvSpPr>
        <p:spPr>
          <a:xfrm>
            <a:off x="7936345" y="6241565"/>
            <a:ext cx="3283772" cy="366183"/>
          </a:xfrm>
          <a:prstGeom prst="rect">
            <a:avLst/>
          </a:prstGeom>
        </p:spPr>
        <p:txBody>
          <a:bodyPr vert="horz" lIns="91440" tIns="45720" rIns="91440" bIns="45720" rtlCol="0" anchor="ctr"/>
          <a:lstStyle>
            <a:lvl1pPr algn="r">
              <a:buClr>
                <a:schemeClr val="accent1"/>
              </a:buClr>
              <a:defRPr sz="1067">
                <a:solidFill>
                  <a:schemeClr val="accent1"/>
                </a:solidFill>
              </a:defRPr>
            </a:lvl1pPr>
          </a:lstStyle>
          <a:p>
            <a:r>
              <a:rPr lang="en-US"/>
              <a:t>Type Division Name here</a:t>
            </a:r>
            <a:endParaRPr lang="en-US" dirty="0"/>
          </a:p>
        </p:txBody>
      </p:sp>
      <p:sp>
        <p:nvSpPr>
          <p:cNvPr id="8" name="Text Placeholder 7">
            <a:extLst>
              <a:ext uri="{FF2B5EF4-FFF2-40B4-BE49-F238E27FC236}">
                <a16:creationId xmlns:a16="http://schemas.microsoft.com/office/drawing/2014/main" id="{A6BCF2EF-1A2E-5644-AD14-82E90D22A694}"/>
              </a:ext>
            </a:extLst>
          </p:cNvPr>
          <p:cNvSpPr>
            <a:spLocks noGrp="1"/>
          </p:cNvSpPr>
          <p:nvPr>
            <p:ph type="body" sz="quarter" idx="13"/>
          </p:nvPr>
        </p:nvSpPr>
        <p:spPr>
          <a:xfrm>
            <a:off x="2100304" y="1882026"/>
            <a:ext cx="7909277" cy="3093949"/>
          </a:xfrm>
        </p:spPr>
        <p:txBody>
          <a:bodyPr anchor="ctr" anchorCtr="0"/>
          <a:lstStyle>
            <a:lvl1pPr marL="256111" indent="-256111">
              <a:spcBef>
                <a:spcPts val="800"/>
              </a:spcBef>
              <a:spcAft>
                <a:spcPts val="400"/>
              </a:spcAft>
              <a:buClr>
                <a:schemeClr val="accent1"/>
              </a:buClr>
              <a:buFont typeface="+mj-lt"/>
              <a:buAutoNum type="arabicPeriod"/>
              <a:tabLst/>
              <a:defRPr sz="1900"/>
            </a:lvl1pPr>
            <a:lvl2pPr marL="396875" indent="-149225">
              <a:spcBef>
                <a:spcPts val="0"/>
              </a:spcBef>
              <a:spcAft>
                <a:spcPts val="400"/>
              </a:spcAft>
              <a:buClr>
                <a:schemeClr val="accent1"/>
              </a:buClr>
              <a:buFont typeface="Arial" panose="020B0604020202020204" pitchFamily="34" charset="0"/>
              <a:buChar char="•"/>
              <a:tabLst/>
              <a:defRPr sz="1700"/>
            </a:lvl2pPr>
            <a:lvl3pPr marL="520687" indent="-304792">
              <a:spcBef>
                <a:spcPts val="0"/>
              </a:spcBef>
              <a:spcAft>
                <a:spcPts val="400"/>
              </a:spcAft>
              <a:buFont typeface="+mj-lt"/>
              <a:buAutoNum type="arabicPeriod"/>
              <a:defRPr sz="1467"/>
            </a:lvl3pPr>
            <a:lvl4pPr marL="626518" indent="-304792">
              <a:spcBef>
                <a:spcPts val="0"/>
              </a:spcBef>
              <a:spcAft>
                <a:spcPts val="400"/>
              </a:spcAft>
              <a:buFont typeface="+mj-lt"/>
              <a:buAutoNum type="arabicPeriod"/>
              <a:defRPr sz="1400"/>
            </a:lvl4pPr>
            <a:lvl5pPr marL="719649" indent="-304792">
              <a:spcBef>
                <a:spcPts val="0"/>
              </a:spcBef>
              <a:spcAft>
                <a:spcPts val="400"/>
              </a:spcAft>
              <a:buFont typeface="+mj-lt"/>
              <a:buAutoNum type="arabicPeriod"/>
              <a:defRPr sz="1333"/>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49236739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xmlns:p14="http://schemas.microsoft.com/office/powerpoint/2010/mai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our sections w/ numbe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7489855-8317-B94A-AEDA-A5FFAA2CD60C}"/>
              </a:ext>
            </a:extLst>
          </p:cNvPr>
          <p:cNvSpPr>
            <a:spLocks noGrp="1"/>
          </p:cNvSpPr>
          <p:nvPr>
            <p:ph type="sldNum" sz="quarter" idx="10"/>
          </p:nvPr>
        </p:nvSpPr>
        <p:spPr/>
        <p:txBody>
          <a:bodyPr/>
          <a:lstStyle/>
          <a:p>
            <a:fld id="{66DE20E4-D496-034F-914D-F7F15B93E95B}" type="slidenum">
              <a:rPr lang="en-US" smtClean="0"/>
              <a:pPr/>
              <a:t>‹#›</a:t>
            </a:fld>
            <a:endParaRPr lang="en-US" dirty="0"/>
          </a:p>
        </p:txBody>
      </p:sp>
      <p:cxnSp>
        <p:nvCxnSpPr>
          <p:cNvPr id="5" name="Straight Connector 4">
            <a:extLst>
              <a:ext uri="{FF2B5EF4-FFF2-40B4-BE49-F238E27FC236}">
                <a16:creationId xmlns:a16="http://schemas.microsoft.com/office/drawing/2014/main" id="{45C0617B-A41B-B94F-A8DE-6993D064F9CD}"/>
              </a:ext>
            </a:extLst>
          </p:cNvPr>
          <p:cNvCxnSpPr>
            <a:cxnSpLocks/>
          </p:cNvCxnSpPr>
          <p:nvPr userDrawn="1"/>
        </p:nvCxnSpPr>
        <p:spPr>
          <a:xfrm flipH="1">
            <a:off x="1174582" y="1859644"/>
            <a:ext cx="9842839" cy="0"/>
          </a:xfrm>
          <a:prstGeom prst="line">
            <a:avLst/>
          </a:prstGeom>
          <a:noFill/>
          <a:ln w="9525" cap="flat" cmpd="sng" algn="ctr">
            <a:solidFill>
              <a:schemeClr val="tx2">
                <a:lumMod val="60000"/>
                <a:lumOff val="40000"/>
              </a:schemeClr>
            </a:solidFill>
            <a:prstDash val="solid"/>
          </a:ln>
          <a:effectLst/>
        </p:spPr>
      </p:cxnSp>
      <p:cxnSp>
        <p:nvCxnSpPr>
          <p:cNvPr id="6" name="Straight Connector 5">
            <a:extLst>
              <a:ext uri="{FF2B5EF4-FFF2-40B4-BE49-F238E27FC236}">
                <a16:creationId xmlns:a16="http://schemas.microsoft.com/office/drawing/2014/main" id="{C370CE82-930F-F04F-9C79-0DB4507F891E}"/>
              </a:ext>
            </a:extLst>
          </p:cNvPr>
          <p:cNvCxnSpPr>
            <a:cxnSpLocks/>
          </p:cNvCxnSpPr>
          <p:nvPr userDrawn="1"/>
        </p:nvCxnSpPr>
        <p:spPr>
          <a:xfrm flipH="1">
            <a:off x="1174581" y="3200217"/>
            <a:ext cx="9842840" cy="0"/>
          </a:xfrm>
          <a:prstGeom prst="line">
            <a:avLst/>
          </a:prstGeom>
          <a:noFill/>
          <a:ln w="9525" cap="flat" cmpd="sng" algn="ctr">
            <a:solidFill>
              <a:schemeClr val="tx2">
                <a:lumMod val="60000"/>
                <a:lumOff val="40000"/>
              </a:schemeClr>
            </a:solidFill>
            <a:prstDash val="solid"/>
          </a:ln>
          <a:effectLst/>
        </p:spPr>
      </p:cxnSp>
      <p:cxnSp>
        <p:nvCxnSpPr>
          <p:cNvPr id="7" name="Straight Connector 6">
            <a:extLst>
              <a:ext uri="{FF2B5EF4-FFF2-40B4-BE49-F238E27FC236}">
                <a16:creationId xmlns:a16="http://schemas.microsoft.com/office/drawing/2014/main" id="{3A4F78B3-98DE-5B49-85FD-A2910B7B5517}"/>
              </a:ext>
            </a:extLst>
          </p:cNvPr>
          <p:cNvCxnSpPr>
            <a:cxnSpLocks/>
          </p:cNvCxnSpPr>
          <p:nvPr userDrawn="1"/>
        </p:nvCxnSpPr>
        <p:spPr>
          <a:xfrm flipH="1">
            <a:off x="1174581" y="4540791"/>
            <a:ext cx="9842840" cy="0"/>
          </a:xfrm>
          <a:prstGeom prst="line">
            <a:avLst/>
          </a:prstGeom>
          <a:noFill/>
          <a:ln w="9525" cap="flat" cmpd="sng" algn="ctr">
            <a:solidFill>
              <a:schemeClr val="tx2">
                <a:lumMod val="60000"/>
                <a:lumOff val="40000"/>
              </a:schemeClr>
            </a:solidFill>
            <a:prstDash val="solid"/>
          </a:ln>
          <a:effectLst/>
        </p:spPr>
      </p:cxnSp>
      <p:sp>
        <p:nvSpPr>
          <p:cNvPr id="34" name="Text Placeholder 33">
            <a:extLst>
              <a:ext uri="{FF2B5EF4-FFF2-40B4-BE49-F238E27FC236}">
                <a16:creationId xmlns:a16="http://schemas.microsoft.com/office/drawing/2014/main" id="{9CB06751-CB75-614D-A598-4763478A2CC7}"/>
              </a:ext>
            </a:extLst>
          </p:cNvPr>
          <p:cNvSpPr>
            <a:spLocks noGrp="1"/>
          </p:cNvSpPr>
          <p:nvPr userDrawn="1">
            <p:ph type="body" sz="quarter" idx="12" hasCustomPrompt="1"/>
          </p:nvPr>
        </p:nvSpPr>
        <p:spPr>
          <a:xfrm>
            <a:off x="1174581" y="732592"/>
            <a:ext cx="1072896" cy="1072896"/>
          </a:xfrm>
          <a:prstGeom prst="rect">
            <a:avLst/>
          </a:prstGeom>
          <a:noFill/>
        </p:spPr>
        <p:txBody>
          <a:bodyPr wrap="none" lIns="0" tIns="0" rIns="0" bIns="164592" anchor="ctr" anchorCtr="0"/>
          <a:lstStyle>
            <a:lvl1pPr marL="0" indent="0" algn="ctr">
              <a:lnSpc>
                <a:spcPct val="100000"/>
              </a:lnSpc>
              <a:spcBef>
                <a:spcPts val="0"/>
              </a:spcBef>
              <a:spcAft>
                <a:spcPts val="0"/>
              </a:spcAft>
              <a:buNone/>
              <a:defRPr sz="5333" b="1">
                <a:solidFill>
                  <a:schemeClr val="accent1"/>
                </a:solidFill>
                <a:latin typeface="+mn-lt"/>
                <a:cs typeface="Times New Roman" panose="02020603050405020304" pitchFamily="18" charset="0"/>
              </a:defRPr>
            </a:lvl1pPr>
            <a:lvl2pPr>
              <a:defRPr sz="5333">
                <a:solidFill>
                  <a:schemeClr val="bg1"/>
                </a:solidFill>
                <a:latin typeface="+mj-lt"/>
              </a:defRPr>
            </a:lvl2pPr>
            <a:lvl3pPr>
              <a:defRPr sz="5333">
                <a:solidFill>
                  <a:schemeClr val="bg1"/>
                </a:solidFill>
                <a:latin typeface="+mj-lt"/>
              </a:defRPr>
            </a:lvl3pPr>
            <a:lvl4pPr>
              <a:defRPr sz="5333">
                <a:solidFill>
                  <a:schemeClr val="bg1"/>
                </a:solidFill>
                <a:latin typeface="+mj-lt"/>
              </a:defRPr>
            </a:lvl4pPr>
            <a:lvl5pPr>
              <a:defRPr sz="5333">
                <a:solidFill>
                  <a:schemeClr val="bg1"/>
                </a:solidFill>
                <a:latin typeface="+mj-lt"/>
              </a:defRPr>
            </a:lvl5pPr>
          </a:lstStyle>
          <a:p>
            <a:pPr lvl="0"/>
            <a:r>
              <a:rPr lang="en-US" dirty="0"/>
              <a:t>#</a:t>
            </a:r>
          </a:p>
        </p:txBody>
      </p:sp>
      <p:sp>
        <p:nvSpPr>
          <p:cNvPr id="35" name="Text Placeholder 33">
            <a:extLst>
              <a:ext uri="{FF2B5EF4-FFF2-40B4-BE49-F238E27FC236}">
                <a16:creationId xmlns:a16="http://schemas.microsoft.com/office/drawing/2014/main" id="{0F5B778C-62CF-294F-A8A7-ADB8D30F7E4B}"/>
              </a:ext>
            </a:extLst>
          </p:cNvPr>
          <p:cNvSpPr>
            <a:spLocks noGrp="1"/>
          </p:cNvSpPr>
          <p:nvPr userDrawn="1">
            <p:ph type="body" sz="quarter" idx="13" hasCustomPrompt="1"/>
          </p:nvPr>
        </p:nvSpPr>
        <p:spPr>
          <a:xfrm>
            <a:off x="1174581" y="2073665"/>
            <a:ext cx="1072896" cy="1072896"/>
          </a:xfrm>
          <a:prstGeom prst="rect">
            <a:avLst/>
          </a:prstGeom>
          <a:noFill/>
        </p:spPr>
        <p:txBody>
          <a:bodyPr wrap="none" lIns="0" tIns="0" rIns="0" bIns="164592" anchor="ctr" anchorCtr="0"/>
          <a:lstStyle>
            <a:lvl1pPr marL="0" indent="0" algn="ctr">
              <a:lnSpc>
                <a:spcPct val="100000"/>
              </a:lnSpc>
              <a:spcBef>
                <a:spcPts val="0"/>
              </a:spcBef>
              <a:spcAft>
                <a:spcPts val="0"/>
              </a:spcAft>
              <a:buNone/>
              <a:defRPr sz="5333" b="1">
                <a:solidFill>
                  <a:schemeClr val="accent1"/>
                </a:solidFill>
                <a:latin typeface="+mn-lt"/>
                <a:cs typeface="Times New Roman" panose="02020603050405020304" pitchFamily="18" charset="0"/>
              </a:defRPr>
            </a:lvl1pPr>
            <a:lvl2pPr>
              <a:defRPr sz="5333">
                <a:solidFill>
                  <a:schemeClr val="bg1"/>
                </a:solidFill>
                <a:latin typeface="+mj-lt"/>
              </a:defRPr>
            </a:lvl2pPr>
            <a:lvl3pPr>
              <a:defRPr sz="5333">
                <a:solidFill>
                  <a:schemeClr val="bg1"/>
                </a:solidFill>
                <a:latin typeface="+mj-lt"/>
              </a:defRPr>
            </a:lvl3pPr>
            <a:lvl4pPr>
              <a:defRPr sz="5333">
                <a:solidFill>
                  <a:schemeClr val="bg1"/>
                </a:solidFill>
                <a:latin typeface="+mj-lt"/>
              </a:defRPr>
            </a:lvl4pPr>
            <a:lvl5pPr>
              <a:defRPr sz="5333">
                <a:solidFill>
                  <a:schemeClr val="bg1"/>
                </a:solidFill>
                <a:latin typeface="+mj-lt"/>
              </a:defRPr>
            </a:lvl5pPr>
          </a:lstStyle>
          <a:p>
            <a:pPr lvl="0"/>
            <a:r>
              <a:rPr lang="en-US" dirty="0"/>
              <a:t>#</a:t>
            </a:r>
          </a:p>
        </p:txBody>
      </p:sp>
      <p:sp>
        <p:nvSpPr>
          <p:cNvPr id="36" name="Text Placeholder 33">
            <a:extLst>
              <a:ext uri="{FF2B5EF4-FFF2-40B4-BE49-F238E27FC236}">
                <a16:creationId xmlns:a16="http://schemas.microsoft.com/office/drawing/2014/main" id="{0C74DA92-54F5-534D-89FC-7CCB28538954}"/>
              </a:ext>
            </a:extLst>
          </p:cNvPr>
          <p:cNvSpPr>
            <a:spLocks noGrp="1"/>
          </p:cNvSpPr>
          <p:nvPr userDrawn="1">
            <p:ph type="body" sz="quarter" idx="14" hasCustomPrompt="1"/>
          </p:nvPr>
        </p:nvSpPr>
        <p:spPr>
          <a:xfrm>
            <a:off x="1174581" y="3414239"/>
            <a:ext cx="1072896" cy="1072896"/>
          </a:xfrm>
          <a:prstGeom prst="rect">
            <a:avLst/>
          </a:prstGeom>
          <a:noFill/>
        </p:spPr>
        <p:txBody>
          <a:bodyPr wrap="none" lIns="0" tIns="0" rIns="0" bIns="164592" anchor="ctr" anchorCtr="0"/>
          <a:lstStyle>
            <a:lvl1pPr marL="0" indent="0" algn="ctr">
              <a:lnSpc>
                <a:spcPct val="100000"/>
              </a:lnSpc>
              <a:spcBef>
                <a:spcPts val="0"/>
              </a:spcBef>
              <a:spcAft>
                <a:spcPts val="0"/>
              </a:spcAft>
              <a:buNone/>
              <a:defRPr sz="5333" b="1">
                <a:solidFill>
                  <a:schemeClr val="accent1"/>
                </a:solidFill>
                <a:latin typeface="+mn-lt"/>
                <a:cs typeface="Times New Roman" panose="02020603050405020304" pitchFamily="18" charset="0"/>
              </a:defRPr>
            </a:lvl1pPr>
            <a:lvl2pPr>
              <a:defRPr sz="5333">
                <a:solidFill>
                  <a:schemeClr val="bg1"/>
                </a:solidFill>
                <a:latin typeface="+mj-lt"/>
              </a:defRPr>
            </a:lvl2pPr>
            <a:lvl3pPr>
              <a:defRPr sz="5333">
                <a:solidFill>
                  <a:schemeClr val="bg1"/>
                </a:solidFill>
                <a:latin typeface="+mj-lt"/>
              </a:defRPr>
            </a:lvl3pPr>
            <a:lvl4pPr>
              <a:defRPr sz="5333">
                <a:solidFill>
                  <a:schemeClr val="bg1"/>
                </a:solidFill>
                <a:latin typeface="+mj-lt"/>
              </a:defRPr>
            </a:lvl4pPr>
            <a:lvl5pPr>
              <a:defRPr sz="5333">
                <a:solidFill>
                  <a:schemeClr val="bg1"/>
                </a:solidFill>
                <a:latin typeface="+mj-lt"/>
              </a:defRPr>
            </a:lvl5pPr>
          </a:lstStyle>
          <a:p>
            <a:pPr lvl="0"/>
            <a:r>
              <a:rPr lang="en-US" dirty="0"/>
              <a:t>#</a:t>
            </a:r>
          </a:p>
        </p:txBody>
      </p:sp>
      <p:sp>
        <p:nvSpPr>
          <p:cNvPr id="37" name="Text Placeholder 33">
            <a:extLst>
              <a:ext uri="{FF2B5EF4-FFF2-40B4-BE49-F238E27FC236}">
                <a16:creationId xmlns:a16="http://schemas.microsoft.com/office/drawing/2014/main" id="{9F262C8B-5C7F-B14A-BA25-50C34A7FD288}"/>
              </a:ext>
            </a:extLst>
          </p:cNvPr>
          <p:cNvSpPr>
            <a:spLocks noGrp="1"/>
          </p:cNvSpPr>
          <p:nvPr userDrawn="1">
            <p:ph type="body" sz="quarter" idx="15" hasCustomPrompt="1"/>
          </p:nvPr>
        </p:nvSpPr>
        <p:spPr>
          <a:xfrm>
            <a:off x="1174581" y="4754312"/>
            <a:ext cx="1072896" cy="1072896"/>
          </a:xfrm>
          <a:prstGeom prst="rect">
            <a:avLst/>
          </a:prstGeom>
          <a:noFill/>
        </p:spPr>
        <p:txBody>
          <a:bodyPr wrap="none" lIns="0" tIns="0" rIns="0" bIns="164592" anchor="ctr" anchorCtr="0"/>
          <a:lstStyle>
            <a:lvl1pPr marL="0" indent="0" algn="ctr">
              <a:lnSpc>
                <a:spcPct val="100000"/>
              </a:lnSpc>
              <a:spcBef>
                <a:spcPts val="0"/>
              </a:spcBef>
              <a:spcAft>
                <a:spcPts val="0"/>
              </a:spcAft>
              <a:buNone/>
              <a:defRPr sz="5333" b="1">
                <a:solidFill>
                  <a:schemeClr val="accent1"/>
                </a:solidFill>
                <a:latin typeface="+mn-lt"/>
                <a:cs typeface="Times New Roman" panose="02020603050405020304" pitchFamily="18" charset="0"/>
              </a:defRPr>
            </a:lvl1pPr>
            <a:lvl2pPr>
              <a:defRPr sz="5333">
                <a:solidFill>
                  <a:schemeClr val="bg1"/>
                </a:solidFill>
                <a:latin typeface="+mj-lt"/>
              </a:defRPr>
            </a:lvl2pPr>
            <a:lvl3pPr>
              <a:defRPr sz="5333">
                <a:solidFill>
                  <a:schemeClr val="bg1"/>
                </a:solidFill>
                <a:latin typeface="+mj-lt"/>
              </a:defRPr>
            </a:lvl3pPr>
            <a:lvl4pPr>
              <a:defRPr sz="5333">
                <a:solidFill>
                  <a:schemeClr val="bg1"/>
                </a:solidFill>
                <a:latin typeface="+mj-lt"/>
              </a:defRPr>
            </a:lvl4pPr>
            <a:lvl5pPr>
              <a:defRPr sz="5333">
                <a:solidFill>
                  <a:schemeClr val="bg1"/>
                </a:solidFill>
                <a:latin typeface="+mj-lt"/>
              </a:defRPr>
            </a:lvl5pPr>
          </a:lstStyle>
          <a:p>
            <a:pPr lvl="0"/>
            <a:r>
              <a:rPr lang="en-US" dirty="0"/>
              <a:t>#</a:t>
            </a:r>
          </a:p>
        </p:txBody>
      </p:sp>
      <p:sp>
        <p:nvSpPr>
          <p:cNvPr id="39" name="Text Placeholder 38">
            <a:extLst>
              <a:ext uri="{FF2B5EF4-FFF2-40B4-BE49-F238E27FC236}">
                <a16:creationId xmlns:a16="http://schemas.microsoft.com/office/drawing/2014/main" id="{89565497-DFA6-8648-8348-656B1CD0CB5D}"/>
              </a:ext>
            </a:extLst>
          </p:cNvPr>
          <p:cNvSpPr>
            <a:spLocks noGrp="1"/>
          </p:cNvSpPr>
          <p:nvPr userDrawn="1">
            <p:ph type="body" sz="quarter" idx="16"/>
          </p:nvPr>
        </p:nvSpPr>
        <p:spPr>
          <a:xfrm>
            <a:off x="2564151" y="884540"/>
            <a:ext cx="5826316" cy="328313"/>
          </a:xfrm>
        </p:spPr>
        <p:txBody>
          <a:bodyPr/>
          <a:lstStyle>
            <a:lvl1pPr marL="0" indent="0">
              <a:buNone/>
              <a:defRPr sz="1900" b="1"/>
            </a:lvl1pPr>
            <a:lvl2pPr marL="118530" indent="0">
              <a:buNone/>
              <a:defRPr/>
            </a:lvl2pPr>
            <a:lvl3pPr marL="215895" indent="0">
              <a:buNone/>
              <a:defRPr/>
            </a:lvl3pPr>
            <a:lvl4pPr marL="321725" indent="0">
              <a:buNone/>
              <a:defRPr/>
            </a:lvl4pPr>
            <a:lvl5pPr marL="414856" indent="0">
              <a:buNone/>
              <a:defRPr/>
            </a:lvl5pPr>
          </a:lstStyle>
          <a:p>
            <a:pPr lvl="0"/>
            <a:r>
              <a:rPr lang="en-US" dirty="0"/>
              <a:t>Click to edit Master text styles</a:t>
            </a:r>
          </a:p>
        </p:txBody>
      </p:sp>
      <p:sp>
        <p:nvSpPr>
          <p:cNvPr id="40" name="Text Placeholder 38">
            <a:extLst>
              <a:ext uri="{FF2B5EF4-FFF2-40B4-BE49-F238E27FC236}">
                <a16:creationId xmlns:a16="http://schemas.microsoft.com/office/drawing/2014/main" id="{B4122E31-736C-8348-B128-1CD0E14E534E}"/>
              </a:ext>
            </a:extLst>
          </p:cNvPr>
          <p:cNvSpPr>
            <a:spLocks noGrp="1"/>
          </p:cNvSpPr>
          <p:nvPr userDrawn="1">
            <p:ph type="body" sz="quarter" idx="17"/>
          </p:nvPr>
        </p:nvSpPr>
        <p:spPr>
          <a:xfrm>
            <a:off x="2564151" y="1178677"/>
            <a:ext cx="5826316" cy="286255"/>
          </a:xfrm>
        </p:spPr>
        <p:txBody>
          <a:bodyPr/>
          <a:lstStyle>
            <a:lvl1pPr marL="0" indent="0">
              <a:buNone/>
              <a:defRPr sz="1600" b="0"/>
            </a:lvl1pPr>
            <a:lvl2pPr marL="118530" indent="0">
              <a:buNone/>
              <a:defRPr/>
            </a:lvl2pPr>
            <a:lvl3pPr marL="215895" indent="0">
              <a:buNone/>
              <a:defRPr/>
            </a:lvl3pPr>
            <a:lvl4pPr marL="321725" indent="0">
              <a:buNone/>
              <a:defRPr/>
            </a:lvl4pPr>
            <a:lvl5pPr marL="414856" indent="0">
              <a:buNone/>
              <a:defRPr/>
            </a:lvl5pPr>
          </a:lstStyle>
          <a:p>
            <a:pPr lvl="0"/>
            <a:r>
              <a:rPr lang="en-US" dirty="0"/>
              <a:t>Click to edit Master text styles</a:t>
            </a:r>
          </a:p>
        </p:txBody>
      </p:sp>
      <p:sp>
        <p:nvSpPr>
          <p:cNvPr id="41" name="Text Placeholder 38">
            <a:extLst>
              <a:ext uri="{FF2B5EF4-FFF2-40B4-BE49-F238E27FC236}">
                <a16:creationId xmlns:a16="http://schemas.microsoft.com/office/drawing/2014/main" id="{F1C4FB0D-60E5-B34D-8186-8489A2E53B57}"/>
              </a:ext>
            </a:extLst>
          </p:cNvPr>
          <p:cNvSpPr>
            <a:spLocks noGrp="1"/>
          </p:cNvSpPr>
          <p:nvPr userDrawn="1">
            <p:ph type="body" sz="quarter" idx="18"/>
          </p:nvPr>
        </p:nvSpPr>
        <p:spPr>
          <a:xfrm>
            <a:off x="2564151" y="2225112"/>
            <a:ext cx="5826316" cy="328313"/>
          </a:xfrm>
        </p:spPr>
        <p:txBody>
          <a:bodyPr/>
          <a:lstStyle>
            <a:lvl1pPr marL="0" indent="0">
              <a:buNone/>
              <a:defRPr sz="1900" b="1"/>
            </a:lvl1pPr>
            <a:lvl2pPr marL="118530" indent="0">
              <a:buNone/>
              <a:defRPr/>
            </a:lvl2pPr>
            <a:lvl3pPr marL="215895" indent="0">
              <a:buNone/>
              <a:defRPr/>
            </a:lvl3pPr>
            <a:lvl4pPr marL="321725" indent="0">
              <a:buNone/>
              <a:defRPr/>
            </a:lvl4pPr>
            <a:lvl5pPr marL="414856" indent="0">
              <a:buNone/>
              <a:defRPr/>
            </a:lvl5pPr>
          </a:lstStyle>
          <a:p>
            <a:pPr lvl="0"/>
            <a:r>
              <a:rPr lang="en-US" dirty="0"/>
              <a:t>Click to edit Master text styles</a:t>
            </a:r>
          </a:p>
        </p:txBody>
      </p:sp>
      <p:sp>
        <p:nvSpPr>
          <p:cNvPr id="42" name="Text Placeholder 38">
            <a:extLst>
              <a:ext uri="{FF2B5EF4-FFF2-40B4-BE49-F238E27FC236}">
                <a16:creationId xmlns:a16="http://schemas.microsoft.com/office/drawing/2014/main" id="{8732636F-5A0B-A840-BE79-B043D65D5D3B}"/>
              </a:ext>
            </a:extLst>
          </p:cNvPr>
          <p:cNvSpPr>
            <a:spLocks noGrp="1"/>
          </p:cNvSpPr>
          <p:nvPr userDrawn="1">
            <p:ph type="body" sz="quarter" idx="19"/>
          </p:nvPr>
        </p:nvSpPr>
        <p:spPr>
          <a:xfrm>
            <a:off x="2564151" y="2519249"/>
            <a:ext cx="5826316" cy="286255"/>
          </a:xfrm>
        </p:spPr>
        <p:txBody>
          <a:bodyPr/>
          <a:lstStyle>
            <a:lvl1pPr marL="0" indent="0">
              <a:buNone/>
              <a:defRPr sz="1600" b="0"/>
            </a:lvl1pPr>
            <a:lvl2pPr marL="118530" indent="0">
              <a:buNone/>
              <a:defRPr/>
            </a:lvl2pPr>
            <a:lvl3pPr marL="215895" indent="0">
              <a:buNone/>
              <a:defRPr/>
            </a:lvl3pPr>
            <a:lvl4pPr marL="321725" indent="0">
              <a:buNone/>
              <a:defRPr/>
            </a:lvl4pPr>
            <a:lvl5pPr marL="414856" indent="0">
              <a:buNone/>
              <a:defRPr/>
            </a:lvl5pPr>
          </a:lstStyle>
          <a:p>
            <a:pPr lvl="0"/>
            <a:r>
              <a:rPr lang="en-US" dirty="0"/>
              <a:t>Click to edit Master text styles</a:t>
            </a:r>
          </a:p>
        </p:txBody>
      </p:sp>
      <p:sp>
        <p:nvSpPr>
          <p:cNvPr id="43" name="Text Placeholder 38">
            <a:extLst>
              <a:ext uri="{FF2B5EF4-FFF2-40B4-BE49-F238E27FC236}">
                <a16:creationId xmlns:a16="http://schemas.microsoft.com/office/drawing/2014/main" id="{C4EA9612-68F2-FE49-9F0D-C26A6F9D5B5B}"/>
              </a:ext>
            </a:extLst>
          </p:cNvPr>
          <p:cNvSpPr>
            <a:spLocks noGrp="1"/>
          </p:cNvSpPr>
          <p:nvPr userDrawn="1">
            <p:ph type="body" sz="quarter" idx="20"/>
          </p:nvPr>
        </p:nvSpPr>
        <p:spPr>
          <a:xfrm>
            <a:off x="2564151" y="3559280"/>
            <a:ext cx="5826316" cy="328313"/>
          </a:xfrm>
        </p:spPr>
        <p:txBody>
          <a:bodyPr/>
          <a:lstStyle>
            <a:lvl1pPr marL="0" indent="0">
              <a:buNone/>
              <a:defRPr sz="1900" b="1"/>
            </a:lvl1pPr>
            <a:lvl2pPr marL="118530" indent="0">
              <a:buNone/>
              <a:defRPr/>
            </a:lvl2pPr>
            <a:lvl3pPr marL="215895" indent="0">
              <a:buNone/>
              <a:defRPr/>
            </a:lvl3pPr>
            <a:lvl4pPr marL="321725" indent="0">
              <a:buNone/>
              <a:defRPr/>
            </a:lvl4pPr>
            <a:lvl5pPr marL="414856" indent="0">
              <a:buNone/>
              <a:defRPr/>
            </a:lvl5pPr>
          </a:lstStyle>
          <a:p>
            <a:pPr lvl="0"/>
            <a:r>
              <a:rPr lang="en-US" dirty="0"/>
              <a:t>Click to edit Master text styles</a:t>
            </a:r>
          </a:p>
        </p:txBody>
      </p:sp>
      <p:sp>
        <p:nvSpPr>
          <p:cNvPr id="44" name="Text Placeholder 38">
            <a:extLst>
              <a:ext uri="{FF2B5EF4-FFF2-40B4-BE49-F238E27FC236}">
                <a16:creationId xmlns:a16="http://schemas.microsoft.com/office/drawing/2014/main" id="{79BF31A7-530E-1E41-94FC-FA9E7BC6C34C}"/>
              </a:ext>
            </a:extLst>
          </p:cNvPr>
          <p:cNvSpPr>
            <a:spLocks noGrp="1"/>
          </p:cNvSpPr>
          <p:nvPr userDrawn="1">
            <p:ph type="body" sz="quarter" idx="21"/>
          </p:nvPr>
        </p:nvSpPr>
        <p:spPr>
          <a:xfrm>
            <a:off x="2564151" y="3853417"/>
            <a:ext cx="5826316" cy="286255"/>
          </a:xfrm>
        </p:spPr>
        <p:txBody>
          <a:bodyPr/>
          <a:lstStyle>
            <a:lvl1pPr marL="0" indent="0">
              <a:buNone/>
              <a:defRPr sz="1600" b="0"/>
            </a:lvl1pPr>
            <a:lvl2pPr marL="118530" indent="0">
              <a:buNone/>
              <a:defRPr/>
            </a:lvl2pPr>
            <a:lvl3pPr marL="215895" indent="0">
              <a:buNone/>
              <a:defRPr/>
            </a:lvl3pPr>
            <a:lvl4pPr marL="321725" indent="0">
              <a:buNone/>
              <a:defRPr/>
            </a:lvl4pPr>
            <a:lvl5pPr marL="414856" indent="0">
              <a:buNone/>
              <a:defRPr/>
            </a:lvl5pPr>
          </a:lstStyle>
          <a:p>
            <a:pPr lvl="0"/>
            <a:r>
              <a:rPr lang="en-US" dirty="0"/>
              <a:t>Click to edit Master text styles</a:t>
            </a:r>
          </a:p>
        </p:txBody>
      </p:sp>
      <p:sp>
        <p:nvSpPr>
          <p:cNvPr id="45" name="Text Placeholder 38">
            <a:extLst>
              <a:ext uri="{FF2B5EF4-FFF2-40B4-BE49-F238E27FC236}">
                <a16:creationId xmlns:a16="http://schemas.microsoft.com/office/drawing/2014/main" id="{2FC45632-E38B-EE49-BF1C-ACA50BB521F0}"/>
              </a:ext>
            </a:extLst>
          </p:cNvPr>
          <p:cNvSpPr>
            <a:spLocks noGrp="1"/>
          </p:cNvSpPr>
          <p:nvPr userDrawn="1">
            <p:ph type="body" sz="quarter" idx="22"/>
          </p:nvPr>
        </p:nvSpPr>
        <p:spPr>
          <a:xfrm>
            <a:off x="2564151" y="4899852"/>
            <a:ext cx="5826316" cy="328313"/>
          </a:xfrm>
        </p:spPr>
        <p:txBody>
          <a:bodyPr/>
          <a:lstStyle>
            <a:lvl1pPr marL="0" indent="0">
              <a:buNone/>
              <a:defRPr sz="1900" b="1"/>
            </a:lvl1pPr>
            <a:lvl2pPr marL="118530" indent="0">
              <a:buNone/>
              <a:defRPr/>
            </a:lvl2pPr>
            <a:lvl3pPr marL="215895" indent="0">
              <a:buNone/>
              <a:defRPr/>
            </a:lvl3pPr>
            <a:lvl4pPr marL="321725" indent="0">
              <a:buNone/>
              <a:defRPr/>
            </a:lvl4pPr>
            <a:lvl5pPr marL="414856" indent="0">
              <a:buNone/>
              <a:defRPr/>
            </a:lvl5pPr>
          </a:lstStyle>
          <a:p>
            <a:pPr lvl="0"/>
            <a:r>
              <a:rPr lang="en-US" dirty="0"/>
              <a:t>Click to edit Master text styles</a:t>
            </a:r>
          </a:p>
        </p:txBody>
      </p:sp>
      <p:sp>
        <p:nvSpPr>
          <p:cNvPr id="46" name="Text Placeholder 38">
            <a:extLst>
              <a:ext uri="{FF2B5EF4-FFF2-40B4-BE49-F238E27FC236}">
                <a16:creationId xmlns:a16="http://schemas.microsoft.com/office/drawing/2014/main" id="{DCE681FC-C488-A04F-8F37-E3BE5F140647}"/>
              </a:ext>
            </a:extLst>
          </p:cNvPr>
          <p:cNvSpPr>
            <a:spLocks noGrp="1"/>
          </p:cNvSpPr>
          <p:nvPr userDrawn="1">
            <p:ph type="body" sz="quarter" idx="23"/>
          </p:nvPr>
        </p:nvSpPr>
        <p:spPr>
          <a:xfrm>
            <a:off x="2564151" y="5193989"/>
            <a:ext cx="5826316" cy="286255"/>
          </a:xfrm>
        </p:spPr>
        <p:txBody>
          <a:bodyPr/>
          <a:lstStyle>
            <a:lvl1pPr marL="0" indent="0">
              <a:buNone/>
              <a:defRPr sz="1600" b="0"/>
            </a:lvl1pPr>
            <a:lvl2pPr marL="118530" indent="0">
              <a:buNone/>
              <a:defRPr/>
            </a:lvl2pPr>
            <a:lvl3pPr marL="215895" indent="0">
              <a:buNone/>
              <a:defRPr/>
            </a:lvl3pPr>
            <a:lvl4pPr marL="321725" indent="0">
              <a:buNone/>
              <a:defRPr/>
            </a:lvl4pPr>
            <a:lvl5pPr marL="414856" indent="0">
              <a:buNone/>
              <a:defRPr/>
            </a:lvl5pPr>
          </a:lstStyle>
          <a:p>
            <a:pPr lvl="0"/>
            <a:r>
              <a:rPr lang="en-US" dirty="0"/>
              <a:t>Click to edit Master text styles</a:t>
            </a:r>
          </a:p>
        </p:txBody>
      </p:sp>
      <p:sp>
        <p:nvSpPr>
          <p:cNvPr id="51" name="Footer Placeholder 50">
            <a:extLst>
              <a:ext uri="{FF2B5EF4-FFF2-40B4-BE49-F238E27FC236}">
                <a16:creationId xmlns:a16="http://schemas.microsoft.com/office/drawing/2014/main" id="{85A7982A-004D-7745-A737-44A85812F968}"/>
              </a:ext>
            </a:extLst>
          </p:cNvPr>
          <p:cNvSpPr>
            <a:spLocks noGrp="1"/>
          </p:cNvSpPr>
          <p:nvPr>
            <p:ph type="ftr" sz="quarter" idx="25"/>
          </p:nvPr>
        </p:nvSpPr>
        <p:spPr/>
        <p:txBody>
          <a:bodyPr/>
          <a:lstStyle/>
          <a:p>
            <a:r>
              <a:rPr lang="en-US" dirty="0"/>
              <a:t>Type Division Name here</a:t>
            </a:r>
          </a:p>
        </p:txBody>
      </p:sp>
    </p:spTree>
    <p:extLst>
      <p:ext uri="{BB962C8B-B14F-4D97-AF65-F5344CB8AC3E}">
        <p14:creationId xmlns:p14="http://schemas.microsoft.com/office/powerpoint/2010/main" val="6635548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our sections with icon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7489855-8317-B94A-AEDA-A5FFAA2CD60C}"/>
              </a:ext>
            </a:extLst>
          </p:cNvPr>
          <p:cNvSpPr>
            <a:spLocks noGrp="1"/>
          </p:cNvSpPr>
          <p:nvPr>
            <p:ph type="sldNum" sz="quarter" idx="10"/>
          </p:nvPr>
        </p:nvSpPr>
        <p:spPr/>
        <p:txBody>
          <a:bodyPr/>
          <a:lstStyle/>
          <a:p>
            <a:fld id="{66DE20E4-D496-034F-914D-F7F15B93E95B}" type="slidenum">
              <a:rPr lang="en-US" smtClean="0"/>
              <a:pPr/>
              <a:t>‹#›</a:t>
            </a:fld>
            <a:endParaRPr lang="en-US" dirty="0"/>
          </a:p>
        </p:txBody>
      </p:sp>
      <p:cxnSp>
        <p:nvCxnSpPr>
          <p:cNvPr id="5" name="Straight Connector 4">
            <a:extLst>
              <a:ext uri="{FF2B5EF4-FFF2-40B4-BE49-F238E27FC236}">
                <a16:creationId xmlns:a16="http://schemas.microsoft.com/office/drawing/2014/main" id="{45C0617B-A41B-B94F-A8DE-6993D064F9CD}"/>
              </a:ext>
            </a:extLst>
          </p:cNvPr>
          <p:cNvCxnSpPr>
            <a:cxnSpLocks/>
          </p:cNvCxnSpPr>
          <p:nvPr userDrawn="1"/>
        </p:nvCxnSpPr>
        <p:spPr>
          <a:xfrm flipH="1">
            <a:off x="1174582" y="1859644"/>
            <a:ext cx="9842839" cy="0"/>
          </a:xfrm>
          <a:prstGeom prst="line">
            <a:avLst/>
          </a:prstGeom>
          <a:noFill/>
          <a:ln w="9525" cap="flat" cmpd="sng" algn="ctr">
            <a:solidFill>
              <a:schemeClr val="tx2">
                <a:lumMod val="60000"/>
                <a:lumOff val="40000"/>
              </a:schemeClr>
            </a:solidFill>
            <a:prstDash val="solid"/>
          </a:ln>
          <a:effectLst/>
        </p:spPr>
      </p:cxnSp>
      <p:cxnSp>
        <p:nvCxnSpPr>
          <p:cNvPr id="6" name="Straight Connector 5">
            <a:extLst>
              <a:ext uri="{FF2B5EF4-FFF2-40B4-BE49-F238E27FC236}">
                <a16:creationId xmlns:a16="http://schemas.microsoft.com/office/drawing/2014/main" id="{C370CE82-930F-F04F-9C79-0DB4507F891E}"/>
              </a:ext>
            </a:extLst>
          </p:cNvPr>
          <p:cNvCxnSpPr>
            <a:cxnSpLocks/>
          </p:cNvCxnSpPr>
          <p:nvPr userDrawn="1"/>
        </p:nvCxnSpPr>
        <p:spPr>
          <a:xfrm flipH="1">
            <a:off x="1174581" y="3200217"/>
            <a:ext cx="9842840" cy="0"/>
          </a:xfrm>
          <a:prstGeom prst="line">
            <a:avLst/>
          </a:prstGeom>
          <a:noFill/>
          <a:ln w="9525" cap="flat" cmpd="sng" algn="ctr">
            <a:solidFill>
              <a:schemeClr val="tx2">
                <a:lumMod val="60000"/>
                <a:lumOff val="40000"/>
              </a:schemeClr>
            </a:solidFill>
            <a:prstDash val="solid"/>
          </a:ln>
          <a:effectLst/>
        </p:spPr>
      </p:cxnSp>
      <p:cxnSp>
        <p:nvCxnSpPr>
          <p:cNvPr id="7" name="Straight Connector 6">
            <a:extLst>
              <a:ext uri="{FF2B5EF4-FFF2-40B4-BE49-F238E27FC236}">
                <a16:creationId xmlns:a16="http://schemas.microsoft.com/office/drawing/2014/main" id="{3A4F78B3-98DE-5B49-85FD-A2910B7B5517}"/>
              </a:ext>
            </a:extLst>
          </p:cNvPr>
          <p:cNvCxnSpPr>
            <a:cxnSpLocks/>
          </p:cNvCxnSpPr>
          <p:nvPr userDrawn="1"/>
        </p:nvCxnSpPr>
        <p:spPr>
          <a:xfrm flipH="1">
            <a:off x="1174581" y="4540791"/>
            <a:ext cx="9842840" cy="0"/>
          </a:xfrm>
          <a:prstGeom prst="line">
            <a:avLst/>
          </a:prstGeom>
          <a:noFill/>
          <a:ln w="9525" cap="flat" cmpd="sng" algn="ctr">
            <a:solidFill>
              <a:schemeClr val="tx2">
                <a:lumMod val="60000"/>
                <a:lumOff val="40000"/>
              </a:schemeClr>
            </a:solidFill>
            <a:prstDash val="solid"/>
          </a:ln>
          <a:effectLst/>
        </p:spPr>
      </p:cxnSp>
      <p:sp>
        <p:nvSpPr>
          <p:cNvPr id="39" name="Text Placeholder 38">
            <a:extLst>
              <a:ext uri="{FF2B5EF4-FFF2-40B4-BE49-F238E27FC236}">
                <a16:creationId xmlns:a16="http://schemas.microsoft.com/office/drawing/2014/main" id="{89565497-DFA6-8648-8348-656B1CD0CB5D}"/>
              </a:ext>
            </a:extLst>
          </p:cNvPr>
          <p:cNvSpPr>
            <a:spLocks noGrp="1"/>
          </p:cNvSpPr>
          <p:nvPr userDrawn="1">
            <p:ph type="body" sz="quarter" idx="16"/>
          </p:nvPr>
        </p:nvSpPr>
        <p:spPr>
          <a:xfrm>
            <a:off x="2564151" y="884540"/>
            <a:ext cx="5826316" cy="328313"/>
          </a:xfrm>
        </p:spPr>
        <p:txBody>
          <a:bodyPr/>
          <a:lstStyle>
            <a:lvl1pPr marL="0" indent="0">
              <a:buNone/>
              <a:defRPr sz="1900" b="1"/>
            </a:lvl1pPr>
            <a:lvl2pPr marL="118530" indent="0">
              <a:buNone/>
              <a:defRPr/>
            </a:lvl2pPr>
            <a:lvl3pPr marL="215895" indent="0">
              <a:buNone/>
              <a:defRPr/>
            </a:lvl3pPr>
            <a:lvl4pPr marL="321725" indent="0">
              <a:buNone/>
              <a:defRPr/>
            </a:lvl4pPr>
            <a:lvl5pPr marL="414856" indent="0">
              <a:buNone/>
              <a:defRPr/>
            </a:lvl5pPr>
          </a:lstStyle>
          <a:p>
            <a:pPr lvl="0"/>
            <a:r>
              <a:rPr lang="en-US" dirty="0"/>
              <a:t>Click to edit Master text styles</a:t>
            </a:r>
          </a:p>
        </p:txBody>
      </p:sp>
      <p:sp>
        <p:nvSpPr>
          <p:cNvPr id="40" name="Text Placeholder 38">
            <a:extLst>
              <a:ext uri="{FF2B5EF4-FFF2-40B4-BE49-F238E27FC236}">
                <a16:creationId xmlns:a16="http://schemas.microsoft.com/office/drawing/2014/main" id="{B4122E31-736C-8348-B128-1CD0E14E534E}"/>
              </a:ext>
            </a:extLst>
          </p:cNvPr>
          <p:cNvSpPr>
            <a:spLocks noGrp="1"/>
          </p:cNvSpPr>
          <p:nvPr userDrawn="1">
            <p:ph type="body" sz="quarter" idx="17"/>
          </p:nvPr>
        </p:nvSpPr>
        <p:spPr>
          <a:xfrm>
            <a:off x="2564151" y="1178677"/>
            <a:ext cx="5826316" cy="286255"/>
          </a:xfrm>
        </p:spPr>
        <p:txBody>
          <a:bodyPr/>
          <a:lstStyle>
            <a:lvl1pPr marL="0" indent="0">
              <a:buNone/>
              <a:defRPr sz="1600" b="0"/>
            </a:lvl1pPr>
            <a:lvl2pPr marL="118530" indent="0">
              <a:buNone/>
              <a:defRPr/>
            </a:lvl2pPr>
            <a:lvl3pPr marL="215895" indent="0">
              <a:buNone/>
              <a:defRPr/>
            </a:lvl3pPr>
            <a:lvl4pPr marL="321725" indent="0">
              <a:buNone/>
              <a:defRPr/>
            </a:lvl4pPr>
            <a:lvl5pPr marL="414856" indent="0">
              <a:buNone/>
              <a:defRPr/>
            </a:lvl5pPr>
          </a:lstStyle>
          <a:p>
            <a:pPr lvl="0"/>
            <a:r>
              <a:rPr lang="en-US" dirty="0"/>
              <a:t>Click to edit Master text styles</a:t>
            </a:r>
          </a:p>
        </p:txBody>
      </p:sp>
      <p:sp>
        <p:nvSpPr>
          <p:cNvPr id="41" name="Text Placeholder 38">
            <a:extLst>
              <a:ext uri="{FF2B5EF4-FFF2-40B4-BE49-F238E27FC236}">
                <a16:creationId xmlns:a16="http://schemas.microsoft.com/office/drawing/2014/main" id="{F1C4FB0D-60E5-B34D-8186-8489A2E53B57}"/>
              </a:ext>
            </a:extLst>
          </p:cNvPr>
          <p:cNvSpPr>
            <a:spLocks noGrp="1"/>
          </p:cNvSpPr>
          <p:nvPr userDrawn="1">
            <p:ph type="body" sz="quarter" idx="18"/>
          </p:nvPr>
        </p:nvSpPr>
        <p:spPr>
          <a:xfrm>
            <a:off x="2564151" y="2225112"/>
            <a:ext cx="5826316" cy="328313"/>
          </a:xfrm>
        </p:spPr>
        <p:txBody>
          <a:bodyPr/>
          <a:lstStyle>
            <a:lvl1pPr marL="0" indent="0">
              <a:buNone/>
              <a:defRPr sz="1900" b="1"/>
            </a:lvl1pPr>
            <a:lvl2pPr marL="118530" indent="0">
              <a:buNone/>
              <a:defRPr/>
            </a:lvl2pPr>
            <a:lvl3pPr marL="215895" indent="0">
              <a:buNone/>
              <a:defRPr/>
            </a:lvl3pPr>
            <a:lvl4pPr marL="321725" indent="0">
              <a:buNone/>
              <a:defRPr/>
            </a:lvl4pPr>
            <a:lvl5pPr marL="414856" indent="0">
              <a:buNone/>
              <a:defRPr/>
            </a:lvl5pPr>
          </a:lstStyle>
          <a:p>
            <a:pPr lvl="0"/>
            <a:r>
              <a:rPr lang="en-US" dirty="0"/>
              <a:t>Click to edit Master text styles</a:t>
            </a:r>
          </a:p>
        </p:txBody>
      </p:sp>
      <p:sp>
        <p:nvSpPr>
          <p:cNvPr id="42" name="Text Placeholder 38">
            <a:extLst>
              <a:ext uri="{FF2B5EF4-FFF2-40B4-BE49-F238E27FC236}">
                <a16:creationId xmlns:a16="http://schemas.microsoft.com/office/drawing/2014/main" id="{8732636F-5A0B-A840-BE79-B043D65D5D3B}"/>
              </a:ext>
            </a:extLst>
          </p:cNvPr>
          <p:cNvSpPr>
            <a:spLocks noGrp="1"/>
          </p:cNvSpPr>
          <p:nvPr userDrawn="1">
            <p:ph type="body" sz="quarter" idx="19"/>
          </p:nvPr>
        </p:nvSpPr>
        <p:spPr>
          <a:xfrm>
            <a:off x="2564151" y="2519249"/>
            <a:ext cx="5826316" cy="286255"/>
          </a:xfrm>
        </p:spPr>
        <p:txBody>
          <a:bodyPr/>
          <a:lstStyle>
            <a:lvl1pPr marL="0" indent="0">
              <a:buNone/>
              <a:defRPr sz="1600" b="0"/>
            </a:lvl1pPr>
            <a:lvl2pPr marL="118530" indent="0">
              <a:buNone/>
              <a:defRPr/>
            </a:lvl2pPr>
            <a:lvl3pPr marL="215895" indent="0">
              <a:buNone/>
              <a:defRPr/>
            </a:lvl3pPr>
            <a:lvl4pPr marL="321725" indent="0">
              <a:buNone/>
              <a:defRPr/>
            </a:lvl4pPr>
            <a:lvl5pPr marL="414856" indent="0">
              <a:buNone/>
              <a:defRPr/>
            </a:lvl5pPr>
          </a:lstStyle>
          <a:p>
            <a:pPr lvl="0"/>
            <a:r>
              <a:rPr lang="en-US" dirty="0"/>
              <a:t>Click to edit Master text styles</a:t>
            </a:r>
          </a:p>
        </p:txBody>
      </p:sp>
      <p:sp>
        <p:nvSpPr>
          <p:cNvPr id="43" name="Text Placeholder 38">
            <a:extLst>
              <a:ext uri="{FF2B5EF4-FFF2-40B4-BE49-F238E27FC236}">
                <a16:creationId xmlns:a16="http://schemas.microsoft.com/office/drawing/2014/main" id="{C4EA9612-68F2-FE49-9F0D-C26A6F9D5B5B}"/>
              </a:ext>
            </a:extLst>
          </p:cNvPr>
          <p:cNvSpPr>
            <a:spLocks noGrp="1"/>
          </p:cNvSpPr>
          <p:nvPr userDrawn="1">
            <p:ph type="body" sz="quarter" idx="20"/>
          </p:nvPr>
        </p:nvSpPr>
        <p:spPr>
          <a:xfrm>
            <a:off x="2564151" y="3559280"/>
            <a:ext cx="5826316" cy="328313"/>
          </a:xfrm>
        </p:spPr>
        <p:txBody>
          <a:bodyPr/>
          <a:lstStyle>
            <a:lvl1pPr marL="0" indent="0">
              <a:buNone/>
              <a:defRPr sz="1900" b="1"/>
            </a:lvl1pPr>
            <a:lvl2pPr marL="118530" indent="0">
              <a:buNone/>
              <a:defRPr/>
            </a:lvl2pPr>
            <a:lvl3pPr marL="215895" indent="0">
              <a:buNone/>
              <a:defRPr/>
            </a:lvl3pPr>
            <a:lvl4pPr marL="321725" indent="0">
              <a:buNone/>
              <a:defRPr/>
            </a:lvl4pPr>
            <a:lvl5pPr marL="414856" indent="0">
              <a:buNone/>
              <a:defRPr/>
            </a:lvl5pPr>
          </a:lstStyle>
          <a:p>
            <a:pPr lvl="0"/>
            <a:r>
              <a:rPr lang="en-US" dirty="0"/>
              <a:t>Click to edit Master text styles</a:t>
            </a:r>
          </a:p>
        </p:txBody>
      </p:sp>
      <p:sp>
        <p:nvSpPr>
          <p:cNvPr id="44" name="Text Placeholder 38">
            <a:extLst>
              <a:ext uri="{FF2B5EF4-FFF2-40B4-BE49-F238E27FC236}">
                <a16:creationId xmlns:a16="http://schemas.microsoft.com/office/drawing/2014/main" id="{79BF31A7-530E-1E41-94FC-FA9E7BC6C34C}"/>
              </a:ext>
            </a:extLst>
          </p:cNvPr>
          <p:cNvSpPr>
            <a:spLocks noGrp="1"/>
          </p:cNvSpPr>
          <p:nvPr userDrawn="1">
            <p:ph type="body" sz="quarter" idx="21"/>
          </p:nvPr>
        </p:nvSpPr>
        <p:spPr>
          <a:xfrm>
            <a:off x="2564151" y="3853417"/>
            <a:ext cx="5826316" cy="286255"/>
          </a:xfrm>
        </p:spPr>
        <p:txBody>
          <a:bodyPr/>
          <a:lstStyle>
            <a:lvl1pPr marL="0" indent="0">
              <a:buNone/>
              <a:defRPr sz="1600" b="0"/>
            </a:lvl1pPr>
            <a:lvl2pPr marL="118530" indent="0">
              <a:buNone/>
              <a:defRPr/>
            </a:lvl2pPr>
            <a:lvl3pPr marL="215895" indent="0">
              <a:buNone/>
              <a:defRPr/>
            </a:lvl3pPr>
            <a:lvl4pPr marL="321725" indent="0">
              <a:buNone/>
              <a:defRPr/>
            </a:lvl4pPr>
            <a:lvl5pPr marL="414856" indent="0">
              <a:buNone/>
              <a:defRPr/>
            </a:lvl5pPr>
          </a:lstStyle>
          <a:p>
            <a:pPr lvl="0"/>
            <a:r>
              <a:rPr lang="en-US" dirty="0"/>
              <a:t>Click to edit Master text styles</a:t>
            </a:r>
          </a:p>
        </p:txBody>
      </p:sp>
      <p:sp>
        <p:nvSpPr>
          <p:cNvPr id="45" name="Text Placeholder 38">
            <a:extLst>
              <a:ext uri="{FF2B5EF4-FFF2-40B4-BE49-F238E27FC236}">
                <a16:creationId xmlns:a16="http://schemas.microsoft.com/office/drawing/2014/main" id="{2FC45632-E38B-EE49-BF1C-ACA50BB521F0}"/>
              </a:ext>
            </a:extLst>
          </p:cNvPr>
          <p:cNvSpPr>
            <a:spLocks noGrp="1"/>
          </p:cNvSpPr>
          <p:nvPr userDrawn="1">
            <p:ph type="body" sz="quarter" idx="22"/>
          </p:nvPr>
        </p:nvSpPr>
        <p:spPr>
          <a:xfrm>
            <a:off x="2564151" y="4899852"/>
            <a:ext cx="5826316" cy="328313"/>
          </a:xfrm>
        </p:spPr>
        <p:txBody>
          <a:bodyPr/>
          <a:lstStyle>
            <a:lvl1pPr marL="0" indent="0">
              <a:buNone/>
              <a:defRPr sz="1900" b="1"/>
            </a:lvl1pPr>
            <a:lvl2pPr marL="118530" indent="0">
              <a:buNone/>
              <a:defRPr/>
            </a:lvl2pPr>
            <a:lvl3pPr marL="215895" indent="0">
              <a:buNone/>
              <a:defRPr/>
            </a:lvl3pPr>
            <a:lvl4pPr marL="321725" indent="0">
              <a:buNone/>
              <a:defRPr/>
            </a:lvl4pPr>
            <a:lvl5pPr marL="414856" indent="0">
              <a:buNone/>
              <a:defRPr/>
            </a:lvl5pPr>
          </a:lstStyle>
          <a:p>
            <a:pPr lvl="0"/>
            <a:r>
              <a:rPr lang="en-US" dirty="0"/>
              <a:t>Click to edit Master text styles</a:t>
            </a:r>
          </a:p>
        </p:txBody>
      </p:sp>
      <p:sp>
        <p:nvSpPr>
          <p:cNvPr id="46" name="Text Placeholder 38">
            <a:extLst>
              <a:ext uri="{FF2B5EF4-FFF2-40B4-BE49-F238E27FC236}">
                <a16:creationId xmlns:a16="http://schemas.microsoft.com/office/drawing/2014/main" id="{DCE681FC-C488-A04F-8F37-E3BE5F140647}"/>
              </a:ext>
            </a:extLst>
          </p:cNvPr>
          <p:cNvSpPr>
            <a:spLocks noGrp="1"/>
          </p:cNvSpPr>
          <p:nvPr userDrawn="1">
            <p:ph type="body" sz="quarter" idx="23"/>
          </p:nvPr>
        </p:nvSpPr>
        <p:spPr>
          <a:xfrm>
            <a:off x="2564151" y="5193989"/>
            <a:ext cx="5826316" cy="286255"/>
          </a:xfrm>
        </p:spPr>
        <p:txBody>
          <a:bodyPr/>
          <a:lstStyle>
            <a:lvl1pPr marL="0" indent="0">
              <a:buNone/>
              <a:defRPr sz="1600" b="0"/>
            </a:lvl1pPr>
            <a:lvl2pPr marL="118530" indent="0">
              <a:buNone/>
              <a:defRPr/>
            </a:lvl2pPr>
            <a:lvl3pPr marL="215895" indent="0">
              <a:buNone/>
              <a:defRPr/>
            </a:lvl3pPr>
            <a:lvl4pPr marL="321725" indent="0">
              <a:buNone/>
              <a:defRPr/>
            </a:lvl4pPr>
            <a:lvl5pPr marL="414856" indent="0">
              <a:buNone/>
              <a:defRPr/>
            </a:lvl5pPr>
          </a:lstStyle>
          <a:p>
            <a:pPr lvl="0"/>
            <a:r>
              <a:rPr lang="en-US" dirty="0"/>
              <a:t>Click to edit Master text styles</a:t>
            </a:r>
          </a:p>
        </p:txBody>
      </p:sp>
      <p:sp>
        <p:nvSpPr>
          <p:cNvPr id="51" name="Footer Placeholder 50">
            <a:extLst>
              <a:ext uri="{FF2B5EF4-FFF2-40B4-BE49-F238E27FC236}">
                <a16:creationId xmlns:a16="http://schemas.microsoft.com/office/drawing/2014/main" id="{85A7982A-004D-7745-A737-44A85812F968}"/>
              </a:ext>
            </a:extLst>
          </p:cNvPr>
          <p:cNvSpPr>
            <a:spLocks noGrp="1"/>
          </p:cNvSpPr>
          <p:nvPr>
            <p:ph type="ftr" sz="quarter" idx="25"/>
          </p:nvPr>
        </p:nvSpPr>
        <p:spPr/>
        <p:txBody>
          <a:bodyPr/>
          <a:lstStyle/>
          <a:p>
            <a:r>
              <a:rPr lang="en-US"/>
              <a:t>Type Division Name here</a:t>
            </a:r>
            <a:endParaRPr lang="en-US" dirty="0"/>
          </a:p>
        </p:txBody>
      </p:sp>
    </p:spTree>
    <p:extLst>
      <p:ext uri="{BB962C8B-B14F-4D97-AF65-F5344CB8AC3E}">
        <p14:creationId xmlns:p14="http://schemas.microsoft.com/office/powerpoint/2010/main" val="28488979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ull-bleed image light background">
    <p:bg>
      <p:bgPr>
        <a:solidFill>
          <a:schemeClr val="tx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6B73010-DCFF-9A4A-971B-E9F09C5334BA}"/>
              </a:ext>
            </a:extLst>
          </p:cNvPr>
          <p:cNvSpPr>
            <a:spLocks noGrp="1"/>
          </p:cNvSpPr>
          <p:nvPr>
            <p:ph type="pic" sz="quarter" idx="13"/>
          </p:nvPr>
        </p:nvSpPr>
        <p:spPr>
          <a:xfrm>
            <a:off x="0" y="0"/>
            <a:ext cx="12192000" cy="6858000"/>
          </a:xfrm>
          <a:solidFill>
            <a:schemeClr val="tx2">
              <a:lumMod val="60000"/>
              <a:lumOff val="40000"/>
            </a:schemeClr>
          </a:solidFill>
        </p:spPr>
        <p:txBody>
          <a:bodyPr anchor="ctr"/>
          <a:lstStyle>
            <a:lvl1pPr marL="0" indent="0" algn="ctr">
              <a:buNone/>
              <a:defRPr/>
            </a:lvl1pPr>
          </a:lstStyle>
          <a:p>
            <a:endParaRPr lang="en-US"/>
          </a:p>
        </p:txBody>
      </p:sp>
      <p:sp>
        <p:nvSpPr>
          <p:cNvPr id="5" name="Slide Number Placeholder 4"/>
          <p:cNvSpPr>
            <a:spLocks noGrp="1"/>
          </p:cNvSpPr>
          <p:nvPr>
            <p:ph type="sldNum" sz="quarter" idx="12"/>
          </p:nvPr>
        </p:nvSpPr>
        <p:spPr/>
        <p:txBody>
          <a:bodyPr/>
          <a:lstStyle/>
          <a:p>
            <a:fld id="{90F9BDA0-AF0E-4BA8-B742-3B9C92A3E6FE}" type="slidenum">
              <a:rPr lang="en-US" smtClean="0"/>
              <a:t>‹#›</a:t>
            </a:fld>
            <a:endParaRPr lang="en-US"/>
          </a:p>
        </p:txBody>
      </p:sp>
      <p:sp>
        <p:nvSpPr>
          <p:cNvPr id="4" name="Footer Placeholder 3">
            <a:extLst>
              <a:ext uri="{FF2B5EF4-FFF2-40B4-BE49-F238E27FC236}">
                <a16:creationId xmlns:a16="http://schemas.microsoft.com/office/drawing/2014/main" id="{8E4D2472-4EE6-C448-9F15-8C75193DA95C}"/>
              </a:ext>
            </a:extLst>
          </p:cNvPr>
          <p:cNvSpPr>
            <a:spLocks noGrp="1"/>
          </p:cNvSpPr>
          <p:nvPr>
            <p:ph type="ftr" sz="quarter" idx="3"/>
          </p:nvPr>
        </p:nvSpPr>
        <p:spPr>
          <a:xfrm>
            <a:off x="7969405" y="6241565"/>
            <a:ext cx="3273860" cy="366183"/>
          </a:xfrm>
          <a:prstGeom prst="rect">
            <a:avLst/>
          </a:prstGeom>
        </p:spPr>
        <p:txBody>
          <a:bodyPr vert="horz" lIns="91440" tIns="45720" rIns="91440" bIns="45720" rtlCol="0" anchor="ctr"/>
          <a:lstStyle>
            <a:lvl1pPr algn="r">
              <a:defRPr sz="1067">
                <a:solidFill>
                  <a:schemeClr val="accent1"/>
                </a:solidFill>
              </a:defRPr>
            </a:lvl1pPr>
          </a:lstStyle>
          <a:p>
            <a:r>
              <a:rPr lang="en-US"/>
              <a:t>Type Division Name here</a:t>
            </a:r>
            <a:endParaRPr lang="en-US" dirty="0"/>
          </a:p>
        </p:txBody>
      </p:sp>
      <p:sp>
        <p:nvSpPr>
          <p:cNvPr id="7" name="TextBox 6">
            <a:extLst>
              <a:ext uri="{FF2B5EF4-FFF2-40B4-BE49-F238E27FC236}">
                <a16:creationId xmlns:a16="http://schemas.microsoft.com/office/drawing/2014/main" id="{457E1A05-8BEA-C340-A5A9-DFD9053D0678}"/>
              </a:ext>
            </a:extLst>
          </p:cNvPr>
          <p:cNvSpPr txBox="1"/>
          <p:nvPr userDrawn="1"/>
        </p:nvSpPr>
        <p:spPr>
          <a:xfrm>
            <a:off x="1097280" y="6332817"/>
            <a:ext cx="3942944" cy="215444"/>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 2020 United HealthCare Services, Inc. All rights reserved.</a:t>
            </a:r>
          </a:p>
        </p:txBody>
      </p:sp>
      <p:sp>
        <p:nvSpPr>
          <p:cNvPr id="8" name="Graphic 8">
            <a:extLst>
              <a:ext uri="{FF2B5EF4-FFF2-40B4-BE49-F238E27FC236}">
                <a16:creationId xmlns:a16="http://schemas.microsoft.com/office/drawing/2014/main" id="{3E10119E-13B3-BF4F-9771-A3F130658023}"/>
              </a:ext>
            </a:extLst>
          </p:cNvPr>
          <p:cNvSpPr/>
          <p:nvPr userDrawn="1"/>
        </p:nvSpPr>
        <p:spPr>
          <a:xfrm>
            <a:off x="609602" y="6213960"/>
            <a:ext cx="177533" cy="309701"/>
          </a:xfrm>
          <a:custGeom>
            <a:avLst/>
            <a:gdLst>
              <a:gd name="connsiteX0" fmla="*/ 127837 w 460213"/>
              <a:gd name="connsiteY0" fmla="*/ 766124 h 802827"/>
              <a:gd name="connsiteX1" fmla="*/ 127837 w 460213"/>
              <a:gd name="connsiteY1" fmla="*/ 766124 h 802827"/>
              <a:gd name="connsiteX2" fmla="*/ 208268 w 460213"/>
              <a:gd name="connsiteY2" fmla="*/ 779518 h 802827"/>
              <a:gd name="connsiteX3" fmla="*/ 413872 w 460213"/>
              <a:gd name="connsiteY3" fmla="*/ 522893 h 802827"/>
              <a:gd name="connsiteX4" fmla="*/ 413872 w 460213"/>
              <a:gd name="connsiteY4" fmla="*/ 21966 h 802827"/>
              <a:gd name="connsiteX5" fmla="*/ 460213 w 460213"/>
              <a:gd name="connsiteY5" fmla="*/ 0 h 802827"/>
              <a:gd name="connsiteX6" fmla="*/ 460213 w 460213"/>
              <a:gd name="connsiteY6" fmla="*/ 531733 h 802827"/>
              <a:gd name="connsiteX7" fmla="*/ 247684 w 460213"/>
              <a:gd name="connsiteY7" fmla="*/ 802823 h 802827"/>
              <a:gd name="connsiteX8" fmla="*/ 127837 w 460213"/>
              <a:gd name="connsiteY8" fmla="*/ 766124 h 802827"/>
              <a:gd name="connsiteX9" fmla="*/ 75104 w 460213"/>
              <a:gd name="connsiteY9" fmla="*/ 715228 h 802827"/>
              <a:gd name="connsiteX10" fmla="*/ 75104 w 460213"/>
              <a:gd name="connsiteY10" fmla="*/ 715228 h 802827"/>
              <a:gd name="connsiteX11" fmla="*/ 155535 w 460213"/>
              <a:gd name="connsiteY11" fmla="*/ 730765 h 802827"/>
              <a:gd name="connsiteX12" fmla="*/ 325452 w 460213"/>
              <a:gd name="connsiteY12" fmla="*/ 521286 h 802827"/>
              <a:gd name="connsiteX13" fmla="*/ 325452 w 460213"/>
              <a:gd name="connsiteY13" fmla="*/ 60540 h 802827"/>
              <a:gd name="connsiteX14" fmla="*/ 370727 w 460213"/>
              <a:gd name="connsiteY14" fmla="*/ 39110 h 802827"/>
              <a:gd name="connsiteX15" fmla="*/ 370727 w 460213"/>
              <a:gd name="connsiteY15" fmla="*/ 525036 h 802827"/>
              <a:gd name="connsiteX16" fmla="*/ 187494 w 460213"/>
              <a:gd name="connsiteY16" fmla="*/ 754874 h 802827"/>
              <a:gd name="connsiteX17" fmla="*/ 75104 w 460213"/>
              <a:gd name="connsiteY17" fmla="*/ 715228 h 802827"/>
              <a:gd name="connsiteX18" fmla="*/ 43145 w 460213"/>
              <a:gd name="connsiteY18" fmla="*/ 669689 h 802827"/>
              <a:gd name="connsiteX19" fmla="*/ 43145 w 460213"/>
              <a:gd name="connsiteY19" fmla="*/ 669689 h 802827"/>
              <a:gd name="connsiteX20" fmla="*/ 110259 w 460213"/>
              <a:gd name="connsiteY20" fmla="*/ 681744 h 802827"/>
              <a:gd name="connsiteX21" fmla="*/ 238096 w 460213"/>
              <a:gd name="connsiteY21" fmla="*/ 523697 h 802827"/>
              <a:gd name="connsiteX22" fmla="*/ 238096 w 460213"/>
              <a:gd name="connsiteY22" fmla="*/ 99114 h 802827"/>
              <a:gd name="connsiteX23" fmla="*/ 282839 w 460213"/>
              <a:gd name="connsiteY23" fmla="*/ 77684 h 802827"/>
              <a:gd name="connsiteX24" fmla="*/ 282839 w 460213"/>
              <a:gd name="connsiteY24" fmla="*/ 517000 h 802827"/>
              <a:gd name="connsiteX25" fmla="*/ 140354 w 460213"/>
              <a:gd name="connsiteY25" fmla="*/ 703977 h 802827"/>
              <a:gd name="connsiteX26" fmla="*/ 43145 w 460213"/>
              <a:gd name="connsiteY26" fmla="*/ 669689 h 802827"/>
              <a:gd name="connsiteX27" fmla="*/ 196549 w 460213"/>
              <a:gd name="connsiteY27" fmla="*/ 535751 h 802827"/>
              <a:gd name="connsiteX28" fmla="*/ 196549 w 460213"/>
              <a:gd name="connsiteY28" fmla="*/ 116526 h 802827"/>
              <a:gd name="connsiteX29" fmla="*/ 0 w 460213"/>
              <a:gd name="connsiteY29" fmla="*/ 205729 h 802827"/>
              <a:gd name="connsiteX30" fmla="*/ 0 w 460213"/>
              <a:gd name="connsiteY30" fmla="*/ 545931 h 802827"/>
              <a:gd name="connsiteX31" fmla="*/ 100672 w 460213"/>
              <a:gd name="connsiteY31" fmla="*/ 654420 h 802827"/>
              <a:gd name="connsiteX32" fmla="*/ 196549 w 460213"/>
              <a:gd name="connsiteY32" fmla="*/ 535751 h 802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0213" h="802827">
                <a:moveTo>
                  <a:pt x="127837" y="766124"/>
                </a:moveTo>
                <a:lnTo>
                  <a:pt x="127837" y="766124"/>
                </a:lnTo>
                <a:cubicBezTo>
                  <a:pt x="153138" y="774696"/>
                  <a:pt x="179771" y="779518"/>
                  <a:pt x="208268" y="779518"/>
                </a:cubicBezTo>
                <a:cubicBezTo>
                  <a:pt x="329447" y="779518"/>
                  <a:pt x="413872" y="691119"/>
                  <a:pt x="413872" y="522893"/>
                </a:cubicBezTo>
                <a:lnTo>
                  <a:pt x="413872" y="21966"/>
                </a:lnTo>
                <a:lnTo>
                  <a:pt x="460213" y="0"/>
                </a:lnTo>
                <a:lnTo>
                  <a:pt x="460213" y="531733"/>
                </a:lnTo>
                <a:cubicBezTo>
                  <a:pt x="460213" y="703174"/>
                  <a:pt x="372325" y="802823"/>
                  <a:pt x="247684" y="802823"/>
                </a:cubicBezTo>
                <a:cubicBezTo>
                  <a:pt x="204539" y="803091"/>
                  <a:pt x="163791" y="789697"/>
                  <a:pt x="127837" y="766124"/>
                </a:cubicBezTo>
                <a:close/>
                <a:moveTo>
                  <a:pt x="75104" y="715228"/>
                </a:moveTo>
                <a:lnTo>
                  <a:pt x="75104" y="715228"/>
                </a:lnTo>
                <a:cubicBezTo>
                  <a:pt x="103069" y="724604"/>
                  <a:pt x="131033" y="730765"/>
                  <a:pt x="155535" y="730765"/>
                </a:cubicBezTo>
                <a:cubicBezTo>
                  <a:pt x="257272" y="730765"/>
                  <a:pt x="325452" y="666475"/>
                  <a:pt x="325452" y="521286"/>
                </a:cubicBezTo>
                <a:lnTo>
                  <a:pt x="325452" y="60540"/>
                </a:lnTo>
                <a:lnTo>
                  <a:pt x="370727" y="39110"/>
                </a:lnTo>
                <a:lnTo>
                  <a:pt x="370727" y="525036"/>
                </a:lnTo>
                <a:cubicBezTo>
                  <a:pt x="370727" y="677190"/>
                  <a:pt x="294025" y="754874"/>
                  <a:pt x="187494" y="754874"/>
                </a:cubicBezTo>
                <a:cubicBezTo>
                  <a:pt x="148611" y="754874"/>
                  <a:pt x="108661" y="739873"/>
                  <a:pt x="75104" y="715228"/>
                </a:cubicBezTo>
                <a:close/>
                <a:moveTo>
                  <a:pt x="43145" y="669689"/>
                </a:moveTo>
                <a:lnTo>
                  <a:pt x="43145" y="669689"/>
                </a:lnTo>
                <a:cubicBezTo>
                  <a:pt x="67647" y="677190"/>
                  <a:pt x="90551" y="681744"/>
                  <a:pt x="110259" y="681744"/>
                </a:cubicBezTo>
                <a:cubicBezTo>
                  <a:pt x="189625" y="681744"/>
                  <a:pt x="238096" y="638348"/>
                  <a:pt x="238096" y="523697"/>
                </a:cubicBezTo>
                <a:lnTo>
                  <a:pt x="238096" y="99114"/>
                </a:lnTo>
                <a:lnTo>
                  <a:pt x="282839" y="77684"/>
                </a:lnTo>
                <a:lnTo>
                  <a:pt x="282839" y="517000"/>
                </a:lnTo>
                <a:cubicBezTo>
                  <a:pt x="282839" y="645580"/>
                  <a:pt x="224247" y="703977"/>
                  <a:pt x="140354" y="703977"/>
                </a:cubicBezTo>
                <a:cubicBezTo>
                  <a:pt x="105199" y="703977"/>
                  <a:pt x="71908" y="691655"/>
                  <a:pt x="43145" y="669689"/>
                </a:cubicBezTo>
                <a:close/>
                <a:moveTo>
                  <a:pt x="196549" y="535751"/>
                </a:moveTo>
                <a:lnTo>
                  <a:pt x="196549" y="116526"/>
                </a:lnTo>
                <a:lnTo>
                  <a:pt x="0" y="205729"/>
                </a:lnTo>
                <a:lnTo>
                  <a:pt x="0" y="545931"/>
                </a:lnTo>
                <a:cubicBezTo>
                  <a:pt x="0" y="610757"/>
                  <a:pt x="40482" y="654420"/>
                  <a:pt x="100672" y="654420"/>
                </a:cubicBezTo>
                <a:cubicBezTo>
                  <a:pt x="159796" y="654152"/>
                  <a:pt x="196549" y="610221"/>
                  <a:pt x="196549" y="535751"/>
                </a:cubicBezTo>
                <a:close/>
              </a:path>
            </a:pathLst>
          </a:custGeom>
          <a:solidFill>
            <a:srgbClr val="002677"/>
          </a:solidFill>
          <a:ln w="2643" cap="flat">
            <a:noFill/>
            <a:prstDash val="solid"/>
            <a:miter/>
          </a:ln>
        </p:spPr>
        <p:txBody>
          <a:bodyPr rtlCol="0" anchor="ctr"/>
          <a:lstStyle/>
          <a:p>
            <a:endParaRPr lang="en-US" sz="2400" dirty="0"/>
          </a:p>
        </p:txBody>
      </p:sp>
    </p:spTree>
    <p:extLst>
      <p:ext uri="{BB962C8B-B14F-4D97-AF65-F5344CB8AC3E}">
        <p14:creationId xmlns:p14="http://schemas.microsoft.com/office/powerpoint/2010/main" val="61650030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xmlns:p14="http://schemas.microsoft.com/office/powerpoint/2010/mai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ull-bleed image dark background">
    <p:bg>
      <p:bgPr>
        <a:solidFill>
          <a:schemeClr val="tx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6B73010-DCFF-9A4A-971B-E9F09C5334BA}"/>
              </a:ext>
            </a:extLst>
          </p:cNvPr>
          <p:cNvSpPr>
            <a:spLocks noGrp="1"/>
          </p:cNvSpPr>
          <p:nvPr>
            <p:ph type="pic" sz="quarter" idx="13"/>
          </p:nvPr>
        </p:nvSpPr>
        <p:spPr>
          <a:xfrm>
            <a:off x="0" y="0"/>
            <a:ext cx="12192000" cy="6858000"/>
          </a:xfrm>
          <a:solidFill>
            <a:schemeClr val="tx2"/>
          </a:solidFill>
        </p:spPr>
        <p:txBody>
          <a:bodyPr anchor="ctr"/>
          <a:lstStyle>
            <a:lvl1pPr marL="0" indent="0" algn="ctr">
              <a:buNone/>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90F9BDA0-AF0E-4BA8-B742-3B9C92A3E6FE}" type="slidenum">
              <a:rPr lang="en-US" smtClean="0"/>
              <a:pPr/>
              <a:t>‹#›</a:t>
            </a:fld>
            <a:endParaRPr lang="en-US"/>
          </a:p>
        </p:txBody>
      </p:sp>
      <p:sp>
        <p:nvSpPr>
          <p:cNvPr id="4" name="Footer Placeholder 3">
            <a:extLst>
              <a:ext uri="{FF2B5EF4-FFF2-40B4-BE49-F238E27FC236}">
                <a16:creationId xmlns:a16="http://schemas.microsoft.com/office/drawing/2014/main" id="{8E4D2472-4EE6-C448-9F15-8C75193DA95C}"/>
              </a:ext>
            </a:extLst>
          </p:cNvPr>
          <p:cNvSpPr>
            <a:spLocks noGrp="1"/>
          </p:cNvSpPr>
          <p:nvPr>
            <p:ph type="ftr" sz="quarter" idx="3"/>
          </p:nvPr>
        </p:nvSpPr>
        <p:spPr>
          <a:xfrm>
            <a:off x="7959493" y="6241565"/>
            <a:ext cx="3283772" cy="366183"/>
          </a:xfrm>
          <a:prstGeom prst="rect">
            <a:avLst/>
          </a:prstGeom>
        </p:spPr>
        <p:txBody>
          <a:bodyPr vert="horz" lIns="91440" tIns="45720" rIns="91440" bIns="45720" rtlCol="0" anchor="ctr"/>
          <a:lstStyle>
            <a:lvl1pPr algn="r">
              <a:defRPr sz="1067">
                <a:solidFill>
                  <a:schemeClr val="bg1"/>
                </a:solidFill>
              </a:defRPr>
            </a:lvl1pPr>
          </a:lstStyle>
          <a:p>
            <a:r>
              <a:rPr lang="en-US" dirty="0"/>
              <a:t>Type Division Name here</a:t>
            </a:r>
          </a:p>
        </p:txBody>
      </p:sp>
      <p:sp>
        <p:nvSpPr>
          <p:cNvPr id="7" name="TextBox 6">
            <a:extLst>
              <a:ext uri="{FF2B5EF4-FFF2-40B4-BE49-F238E27FC236}">
                <a16:creationId xmlns:a16="http://schemas.microsoft.com/office/drawing/2014/main" id="{513B21B1-1CC2-6640-8C36-C1582A51D4C9}"/>
              </a:ext>
            </a:extLst>
          </p:cNvPr>
          <p:cNvSpPr txBox="1"/>
          <p:nvPr userDrawn="1"/>
        </p:nvSpPr>
        <p:spPr>
          <a:xfrm>
            <a:off x="1097280" y="6332817"/>
            <a:ext cx="3942944" cy="215444"/>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 2020 United HealthCare Services, Inc. All rights reserved.</a:t>
            </a:r>
          </a:p>
        </p:txBody>
      </p:sp>
      <p:sp>
        <p:nvSpPr>
          <p:cNvPr id="8" name="Graphic 8">
            <a:extLst>
              <a:ext uri="{FF2B5EF4-FFF2-40B4-BE49-F238E27FC236}">
                <a16:creationId xmlns:a16="http://schemas.microsoft.com/office/drawing/2014/main" id="{CB97FD1F-3432-5F42-BA9B-FE85EE343C75}"/>
              </a:ext>
            </a:extLst>
          </p:cNvPr>
          <p:cNvSpPr/>
          <p:nvPr userDrawn="1"/>
        </p:nvSpPr>
        <p:spPr>
          <a:xfrm>
            <a:off x="609602" y="6213960"/>
            <a:ext cx="177533" cy="309701"/>
          </a:xfrm>
          <a:custGeom>
            <a:avLst/>
            <a:gdLst>
              <a:gd name="connsiteX0" fmla="*/ 127837 w 460213"/>
              <a:gd name="connsiteY0" fmla="*/ 766124 h 802827"/>
              <a:gd name="connsiteX1" fmla="*/ 127837 w 460213"/>
              <a:gd name="connsiteY1" fmla="*/ 766124 h 802827"/>
              <a:gd name="connsiteX2" fmla="*/ 208268 w 460213"/>
              <a:gd name="connsiteY2" fmla="*/ 779518 h 802827"/>
              <a:gd name="connsiteX3" fmla="*/ 413872 w 460213"/>
              <a:gd name="connsiteY3" fmla="*/ 522893 h 802827"/>
              <a:gd name="connsiteX4" fmla="*/ 413872 w 460213"/>
              <a:gd name="connsiteY4" fmla="*/ 21966 h 802827"/>
              <a:gd name="connsiteX5" fmla="*/ 460213 w 460213"/>
              <a:gd name="connsiteY5" fmla="*/ 0 h 802827"/>
              <a:gd name="connsiteX6" fmla="*/ 460213 w 460213"/>
              <a:gd name="connsiteY6" fmla="*/ 531733 h 802827"/>
              <a:gd name="connsiteX7" fmla="*/ 247684 w 460213"/>
              <a:gd name="connsiteY7" fmla="*/ 802823 h 802827"/>
              <a:gd name="connsiteX8" fmla="*/ 127837 w 460213"/>
              <a:gd name="connsiteY8" fmla="*/ 766124 h 802827"/>
              <a:gd name="connsiteX9" fmla="*/ 75104 w 460213"/>
              <a:gd name="connsiteY9" fmla="*/ 715228 h 802827"/>
              <a:gd name="connsiteX10" fmla="*/ 75104 w 460213"/>
              <a:gd name="connsiteY10" fmla="*/ 715228 h 802827"/>
              <a:gd name="connsiteX11" fmla="*/ 155535 w 460213"/>
              <a:gd name="connsiteY11" fmla="*/ 730765 h 802827"/>
              <a:gd name="connsiteX12" fmla="*/ 325452 w 460213"/>
              <a:gd name="connsiteY12" fmla="*/ 521286 h 802827"/>
              <a:gd name="connsiteX13" fmla="*/ 325452 w 460213"/>
              <a:gd name="connsiteY13" fmla="*/ 60540 h 802827"/>
              <a:gd name="connsiteX14" fmla="*/ 370727 w 460213"/>
              <a:gd name="connsiteY14" fmla="*/ 39110 h 802827"/>
              <a:gd name="connsiteX15" fmla="*/ 370727 w 460213"/>
              <a:gd name="connsiteY15" fmla="*/ 525036 h 802827"/>
              <a:gd name="connsiteX16" fmla="*/ 187494 w 460213"/>
              <a:gd name="connsiteY16" fmla="*/ 754874 h 802827"/>
              <a:gd name="connsiteX17" fmla="*/ 75104 w 460213"/>
              <a:gd name="connsiteY17" fmla="*/ 715228 h 802827"/>
              <a:gd name="connsiteX18" fmla="*/ 43145 w 460213"/>
              <a:gd name="connsiteY18" fmla="*/ 669689 h 802827"/>
              <a:gd name="connsiteX19" fmla="*/ 43145 w 460213"/>
              <a:gd name="connsiteY19" fmla="*/ 669689 h 802827"/>
              <a:gd name="connsiteX20" fmla="*/ 110259 w 460213"/>
              <a:gd name="connsiteY20" fmla="*/ 681744 h 802827"/>
              <a:gd name="connsiteX21" fmla="*/ 238096 w 460213"/>
              <a:gd name="connsiteY21" fmla="*/ 523697 h 802827"/>
              <a:gd name="connsiteX22" fmla="*/ 238096 w 460213"/>
              <a:gd name="connsiteY22" fmla="*/ 99114 h 802827"/>
              <a:gd name="connsiteX23" fmla="*/ 282839 w 460213"/>
              <a:gd name="connsiteY23" fmla="*/ 77684 h 802827"/>
              <a:gd name="connsiteX24" fmla="*/ 282839 w 460213"/>
              <a:gd name="connsiteY24" fmla="*/ 517000 h 802827"/>
              <a:gd name="connsiteX25" fmla="*/ 140354 w 460213"/>
              <a:gd name="connsiteY25" fmla="*/ 703977 h 802827"/>
              <a:gd name="connsiteX26" fmla="*/ 43145 w 460213"/>
              <a:gd name="connsiteY26" fmla="*/ 669689 h 802827"/>
              <a:gd name="connsiteX27" fmla="*/ 196549 w 460213"/>
              <a:gd name="connsiteY27" fmla="*/ 535751 h 802827"/>
              <a:gd name="connsiteX28" fmla="*/ 196549 w 460213"/>
              <a:gd name="connsiteY28" fmla="*/ 116526 h 802827"/>
              <a:gd name="connsiteX29" fmla="*/ 0 w 460213"/>
              <a:gd name="connsiteY29" fmla="*/ 205729 h 802827"/>
              <a:gd name="connsiteX30" fmla="*/ 0 w 460213"/>
              <a:gd name="connsiteY30" fmla="*/ 545931 h 802827"/>
              <a:gd name="connsiteX31" fmla="*/ 100672 w 460213"/>
              <a:gd name="connsiteY31" fmla="*/ 654420 h 802827"/>
              <a:gd name="connsiteX32" fmla="*/ 196549 w 460213"/>
              <a:gd name="connsiteY32" fmla="*/ 535751 h 802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0213" h="802827">
                <a:moveTo>
                  <a:pt x="127837" y="766124"/>
                </a:moveTo>
                <a:lnTo>
                  <a:pt x="127837" y="766124"/>
                </a:lnTo>
                <a:cubicBezTo>
                  <a:pt x="153138" y="774696"/>
                  <a:pt x="179771" y="779518"/>
                  <a:pt x="208268" y="779518"/>
                </a:cubicBezTo>
                <a:cubicBezTo>
                  <a:pt x="329447" y="779518"/>
                  <a:pt x="413872" y="691119"/>
                  <a:pt x="413872" y="522893"/>
                </a:cubicBezTo>
                <a:lnTo>
                  <a:pt x="413872" y="21966"/>
                </a:lnTo>
                <a:lnTo>
                  <a:pt x="460213" y="0"/>
                </a:lnTo>
                <a:lnTo>
                  <a:pt x="460213" y="531733"/>
                </a:lnTo>
                <a:cubicBezTo>
                  <a:pt x="460213" y="703174"/>
                  <a:pt x="372325" y="802823"/>
                  <a:pt x="247684" y="802823"/>
                </a:cubicBezTo>
                <a:cubicBezTo>
                  <a:pt x="204539" y="803091"/>
                  <a:pt x="163791" y="789697"/>
                  <a:pt x="127837" y="766124"/>
                </a:cubicBezTo>
                <a:close/>
                <a:moveTo>
                  <a:pt x="75104" y="715228"/>
                </a:moveTo>
                <a:lnTo>
                  <a:pt x="75104" y="715228"/>
                </a:lnTo>
                <a:cubicBezTo>
                  <a:pt x="103069" y="724604"/>
                  <a:pt x="131033" y="730765"/>
                  <a:pt x="155535" y="730765"/>
                </a:cubicBezTo>
                <a:cubicBezTo>
                  <a:pt x="257272" y="730765"/>
                  <a:pt x="325452" y="666475"/>
                  <a:pt x="325452" y="521286"/>
                </a:cubicBezTo>
                <a:lnTo>
                  <a:pt x="325452" y="60540"/>
                </a:lnTo>
                <a:lnTo>
                  <a:pt x="370727" y="39110"/>
                </a:lnTo>
                <a:lnTo>
                  <a:pt x="370727" y="525036"/>
                </a:lnTo>
                <a:cubicBezTo>
                  <a:pt x="370727" y="677190"/>
                  <a:pt x="294025" y="754874"/>
                  <a:pt x="187494" y="754874"/>
                </a:cubicBezTo>
                <a:cubicBezTo>
                  <a:pt x="148611" y="754874"/>
                  <a:pt x="108661" y="739873"/>
                  <a:pt x="75104" y="715228"/>
                </a:cubicBezTo>
                <a:close/>
                <a:moveTo>
                  <a:pt x="43145" y="669689"/>
                </a:moveTo>
                <a:lnTo>
                  <a:pt x="43145" y="669689"/>
                </a:lnTo>
                <a:cubicBezTo>
                  <a:pt x="67647" y="677190"/>
                  <a:pt x="90551" y="681744"/>
                  <a:pt x="110259" y="681744"/>
                </a:cubicBezTo>
                <a:cubicBezTo>
                  <a:pt x="189625" y="681744"/>
                  <a:pt x="238096" y="638348"/>
                  <a:pt x="238096" y="523697"/>
                </a:cubicBezTo>
                <a:lnTo>
                  <a:pt x="238096" y="99114"/>
                </a:lnTo>
                <a:lnTo>
                  <a:pt x="282839" y="77684"/>
                </a:lnTo>
                <a:lnTo>
                  <a:pt x="282839" y="517000"/>
                </a:lnTo>
                <a:cubicBezTo>
                  <a:pt x="282839" y="645580"/>
                  <a:pt x="224247" y="703977"/>
                  <a:pt x="140354" y="703977"/>
                </a:cubicBezTo>
                <a:cubicBezTo>
                  <a:pt x="105199" y="703977"/>
                  <a:pt x="71908" y="691655"/>
                  <a:pt x="43145" y="669689"/>
                </a:cubicBezTo>
                <a:close/>
                <a:moveTo>
                  <a:pt x="196549" y="535751"/>
                </a:moveTo>
                <a:lnTo>
                  <a:pt x="196549" y="116526"/>
                </a:lnTo>
                <a:lnTo>
                  <a:pt x="0" y="205729"/>
                </a:lnTo>
                <a:lnTo>
                  <a:pt x="0" y="545931"/>
                </a:lnTo>
                <a:cubicBezTo>
                  <a:pt x="0" y="610757"/>
                  <a:pt x="40482" y="654420"/>
                  <a:pt x="100672" y="654420"/>
                </a:cubicBezTo>
                <a:cubicBezTo>
                  <a:pt x="159796" y="654152"/>
                  <a:pt x="196549" y="610221"/>
                  <a:pt x="196549" y="535751"/>
                </a:cubicBezTo>
                <a:close/>
              </a:path>
            </a:pathLst>
          </a:custGeom>
          <a:solidFill>
            <a:srgbClr val="002677"/>
          </a:solidFill>
          <a:ln w="2643" cap="flat">
            <a:noFill/>
            <a:prstDash val="solid"/>
            <a:miter/>
          </a:ln>
        </p:spPr>
        <p:txBody>
          <a:bodyPr rtlCol="0" anchor="ctr"/>
          <a:lstStyle/>
          <a:p>
            <a:endParaRPr lang="en-US" sz="2400" dirty="0"/>
          </a:p>
        </p:txBody>
      </p:sp>
    </p:spTree>
    <p:extLst>
      <p:ext uri="{BB962C8B-B14F-4D97-AF65-F5344CB8AC3E}">
        <p14:creationId xmlns:p14="http://schemas.microsoft.com/office/powerpoint/2010/main" val="267944287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xmlns:p14="http://schemas.microsoft.com/office/powerpoint/2010/mai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01668F-4F00-0646-B3E8-9FF107686AC8}"/>
              </a:ext>
            </a:extLst>
          </p:cNvPr>
          <p:cNvSpPr>
            <a:spLocks noGrp="1"/>
          </p:cNvSpPr>
          <p:nvPr>
            <p:ph type="title"/>
          </p:nvPr>
        </p:nvSpPr>
        <p:spPr>
          <a:xfrm>
            <a:off x="517233" y="469263"/>
            <a:ext cx="9680448" cy="732508"/>
          </a:xfrm>
          <a:prstGeom prst="rect">
            <a:avLst/>
          </a:prstGeom>
        </p:spPr>
        <p:txBody>
          <a:bodyPr vert="horz" lIns="91440" tIns="45720" rIns="91440" bIns="45720" rtlCol="0" anchor="t" anchorCtr="0">
            <a:noAutofit/>
          </a:bodyPr>
          <a:lstStyle/>
          <a:p>
            <a:r>
              <a:rPr lang="en-US" dirty="0"/>
              <a:t>Click to edit Master title style</a:t>
            </a:r>
          </a:p>
        </p:txBody>
      </p:sp>
      <p:sp>
        <p:nvSpPr>
          <p:cNvPr id="3" name="Text Placeholder 2">
            <a:extLst>
              <a:ext uri="{FF2B5EF4-FFF2-40B4-BE49-F238E27FC236}">
                <a16:creationId xmlns:a16="http://schemas.microsoft.com/office/drawing/2014/main" id="{93AE75A5-C5DD-F24E-B778-058E1A648C58}"/>
              </a:ext>
            </a:extLst>
          </p:cNvPr>
          <p:cNvSpPr>
            <a:spLocks noGrp="1"/>
          </p:cNvSpPr>
          <p:nvPr>
            <p:ph type="body" idx="1"/>
          </p:nvPr>
        </p:nvSpPr>
        <p:spPr>
          <a:xfrm>
            <a:off x="499872" y="1501605"/>
            <a:ext cx="9680448" cy="4220179"/>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63301E51-C0D1-1145-9586-FD3CE3D91F61}"/>
              </a:ext>
            </a:extLst>
          </p:cNvPr>
          <p:cNvSpPr>
            <a:spLocks noGrp="1"/>
          </p:cNvSpPr>
          <p:nvPr>
            <p:ph type="sldNum" sz="quarter" idx="4"/>
          </p:nvPr>
        </p:nvSpPr>
        <p:spPr>
          <a:xfrm>
            <a:off x="11214331" y="6242305"/>
            <a:ext cx="470647" cy="374396"/>
          </a:xfrm>
          <a:prstGeom prst="rect">
            <a:avLst/>
          </a:prstGeom>
        </p:spPr>
        <p:txBody>
          <a:bodyPr vert="horz" lIns="91440" tIns="45720" rIns="91440" bIns="45720" rtlCol="0" anchor="ctr"/>
          <a:lstStyle>
            <a:lvl1pPr algn="r">
              <a:defRPr sz="1067" b="0" i="0">
                <a:solidFill>
                  <a:schemeClr val="tx1"/>
                </a:solidFill>
                <a:latin typeface="Arial" panose="020B0604020202020204" pitchFamily="34" charset="0"/>
                <a:cs typeface="Arial" panose="020B0604020202020204" pitchFamily="34" charset="0"/>
              </a:defRPr>
            </a:lvl1pPr>
          </a:lstStyle>
          <a:p>
            <a:fld id="{66DE20E4-D496-034F-914D-F7F15B93E95B}" type="slidenum">
              <a:rPr lang="en-US" smtClean="0"/>
              <a:pPr/>
              <a:t>‹#›</a:t>
            </a:fld>
            <a:endParaRPr lang="en-US" dirty="0"/>
          </a:p>
        </p:txBody>
      </p:sp>
      <p:sp>
        <p:nvSpPr>
          <p:cNvPr id="8" name="TextBox 7">
            <a:extLst>
              <a:ext uri="{FF2B5EF4-FFF2-40B4-BE49-F238E27FC236}">
                <a16:creationId xmlns:a16="http://schemas.microsoft.com/office/drawing/2014/main" id="{9ED704B1-56F3-BC48-B63B-4E3939705733}"/>
              </a:ext>
            </a:extLst>
          </p:cNvPr>
          <p:cNvSpPr txBox="1"/>
          <p:nvPr userDrawn="1"/>
        </p:nvSpPr>
        <p:spPr>
          <a:xfrm>
            <a:off x="1097280" y="6332817"/>
            <a:ext cx="3151512" cy="215444"/>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 2020 United HealthCare Services, Inc. All rights reserved.</a:t>
            </a:r>
          </a:p>
        </p:txBody>
      </p:sp>
      <p:sp>
        <p:nvSpPr>
          <p:cNvPr id="10" name="Graphic 8">
            <a:extLst>
              <a:ext uri="{FF2B5EF4-FFF2-40B4-BE49-F238E27FC236}">
                <a16:creationId xmlns:a16="http://schemas.microsoft.com/office/drawing/2014/main" id="{129DDFE8-CD12-8644-AE9F-FB940196156F}"/>
              </a:ext>
            </a:extLst>
          </p:cNvPr>
          <p:cNvSpPr/>
          <p:nvPr userDrawn="1"/>
        </p:nvSpPr>
        <p:spPr>
          <a:xfrm>
            <a:off x="609602" y="6213960"/>
            <a:ext cx="177533" cy="309701"/>
          </a:xfrm>
          <a:custGeom>
            <a:avLst/>
            <a:gdLst>
              <a:gd name="connsiteX0" fmla="*/ 127837 w 460213"/>
              <a:gd name="connsiteY0" fmla="*/ 766124 h 802827"/>
              <a:gd name="connsiteX1" fmla="*/ 127837 w 460213"/>
              <a:gd name="connsiteY1" fmla="*/ 766124 h 802827"/>
              <a:gd name="connsiteX2" fmla="*/ 208268 w 460213"/>
              <a:gd name="connsiteY2" fmla="*/ 779518 h 802827"/>
              <a:gd name="connsiteX3" fmla="*/ 413872 w 460213"/>
              <a:gd name="connsiteY3" fmla="*/ 522893 h 802827"/>
              <a:gd name="connsiteX4" fmla="*/ 413872 w 460213"/>
              <a:gd name="connsiteY4" fmla="*/ 21966 h 802827"/>
              <a:gd name="connsiteX5" fmla="*/ 460213 w 460213"/>
              <a:gd name="connsiteY5" fmla="*/ 0 h 802827"/>
              <a:gd name="connsiteX6" fmla="*/ 460213 w 460213"/>
              <a:gd name="connsiteY6" fmla="*/ 531733 h 802827"/>
              <a:gd name="connsiteX7" fmla="*/ 247684 w 460213"/>
              <a:gd name="connsiteY7" fmla="*/ 802823 h 802827"/>
              <a:gd name="connsiteX8" fmla="*/ 127837 w 460213"/>
              <a:gd name="connsiteY8" fmla="*/ 766124 h 802827"/>
              <a:gd name="connsiteX9" fmla="*/ 75104 w 460213"/>
              <a:gd name="connsiteY9" fmla="*/ 715228 h 802827"/>
              <a:gd name="connsiteX10" fmla="*/ 75104 w 460213"/>
              <a:gd name="connsiteY10" fmla="*/ 715228 h 802827"/>
              <a:gd name="connsiteX11" fmla="*/ 155535 w 460213"/>
              <a:gd name="connsiteY11" fmla="*/ 730765 h 802827"/>
              <a:gd name="connsiteX12" fmla="*/ 325452 w 460213"/>
              <a:gd name="connsiteY12" fmla="*/ 521286 h 802827"/>
              <a:gd name="connsiteX13" fmla="*/ 325452 w 460213"/>
              <a:gd name="connsiteY13" fmla="*/ 60540 h 802827"/>
              <a:gd name="connsiteX14" fmla="*/ 370727 w 460213"/>
              <a:gd name="connsiteY14" fmla="*/ 39110 h 802827"/>
              <a:gd name="connsiteX15" fmla="*/ 370727 w 460213"/>
              <a:gd name="connsiteY15" fmla="*/ 525036 h 802827"/>
              <a:gd name="connsiteX16" fmla="*/ 187494 w 460213"/>
              <a:gd name="connsiteY16" fmla="*/ 754874 h 802827"/>
              <a:gd name="connsiteX17" fmla="*/ 75104 w 460213"/>
              <a:gd name="connsiteY17" fmla="*/ 715228 h 802827"/>
              <a:gd name="connsiteX18" fmla="*/ 43145 w 460213"/>
              <a:gd name="connsiteY18" fmla="*/ 669689 h 802827"/>
              <a:gd name="connsiteX19" fmla="*/ 43145 w 460213"/>
              <a:gd name="connsiteY19" fmla="*/ 669689 h 802827"/>
              <a:gd name="connsiteX20" fmla="*/ 110259 w 460213"/>
              <a:gd name="connsiteY20" fmla="*/ 681744 h 802827"/>
              <a:gd name="connsiteX21" fmla="*/ 238096 w 460213"/>
              <a:gd name="connsiteY21" fmla="*/ 523697 h 802827"/>
              <a:gd name="connsiteX22" fmla="*/ 238096 w 460213"/>
              <a:gd name="connsiteY22" fmla="*/ 99114 h 802827"/>
              <a:gd name="connsiteX23" fmla="*/ 282839 w 460213"/>
              <a:gd name="connsiteY23" fmla="*/ 77684 h 802827"/>
              <a:gd name="connsiteX24" fmla="*/ 282839 w 460213"/>
              <a:gd name="connsiteY24" fmla="*/ 517000 h 802827"/>
              <a:gd name="connsiteX25" fmla="*/ 140354 w 460213"/>
              <a:gd name="connsiteY25" fmla="*/ 703977 h 802827"/>
              <a:gd name="connsiteX26" fmla="*/ 43145 w 460213"/>
              <a:gd name="connsiteY26" fmla="*/ 669689 h 802827"/>
              <a:gd name="connsiteX27" fmla="*/ 196549 w 460213"/>
              <a:gd name="connsiteY27" fmla="*/ 535751 h 802827"/>
              <a:gd name="connsiteX28" fmla="*/ 196549 w 460213"/>
              <a:gd name="connsiteY28" fmla="*/ 116526 h 802827"/>
              <a:gd name="connsiteX29" fmla="*/ 0 w 460213"/>
              <a:gd name="connsiteY29" fmla="*/ 205729 h 802827"/>
              <a:gd name="connsiteX30" fmla="*/ 0 w 460213"/>
              <a:gd name="connsiteY30" fmla="*/ 545931 h 802827"/>
              <a:gd name="connsiteX31" fmla="*/ 100672 w 460213"/>
              <a:gd name="connsiteY31" fmla="*/ 654420 h 802827"/>
              <a:gd name="connsiteX32" fmla="*/ 196549 w 460213"/>
              <a:gd name="connsiteY32" fmla="*/ 535751 h 802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0213" h="802827">
                <a:moveTo>
                  <a:pt x="127837" y="766124"/>
                </a:moveTo>
                <a:lnTo>
                  <a:pt x="127837" y="766124"/>
                </a:lnTo>
                <a:cubicBezTo>
                  <a:pt x="153138" y="774696"/>
                  <a:pt x="179771" y="779518"/>
                  <a:pt x="208268" y="779518"/>
                </a:cubicBezTo>
                <a:cubicBezTo>
                  <a:pt x="329447" y="779518"/>
                  <a:pt x="413872" y="691119"/>
                  <a:pt x="413872" y="522893"/>
                </a:cubicBezTo>
                <a:lnTo>
                  <a:pt x="413872" y="21966"/>
                </a:lnTo>
                <a:lnTo>
                  <a:pt x="460213" y="0"/>
                </a:lnTo>
                <a:lnTo>
                  <a:pt x="460213" y="531733"/>
                </a:lnTo>
                <a:cubicBezTo>
                  <a:pt x="460213" y="703174"/>
                  <a:pt x="372325" y="802823"/>
                  <a:pt x="247684" y="802823"/>
                </a:cubicBezTo>
                <a:cubicBezTo>
                  <a:pt x="204539" y="803091"/>
                  <a:pt x="163791" y="789697"/>
                  <a:pt x="127837" y="766124"/>
                </a:cubicBezTo>
                <a:close/>
                <a:moveTo>
                  <a:pt x="75104" y="715228"/>
                </a:moveTo>
                <a:lnTo>
                  <a:pt x="75104" y="715228"/>
                </a:lnTo>
                <a:cubicBezTo>
                  <a:pt x="103069" y="724604"/>
                  <a:pt x="131033" y="730765"/>
                  <a:pt x="155535" y="730765"/>
                </a:cubicBezTo>
                <a:cubicBezTo>
                  <a:pt x="257272" y="730765"/>
                  <a:pt x="325452" y="666475"/>
                  <a:pt x="325452" y="521286"/>
                </a:cubicBezTo>
                <a:lnTo>
                  <a:pt x="325452" y="60540"/>
                </a:lnTo>
                <a:lnTo>
                  <a:pt x="370727" y="39110"/>
                </a:lnTo>
                <a:lnTo>
                  <a:pt x="370727" y="525036"/>
                </a:lnTo>
                <a:cubicBezTo>
                  <a:pt x="370727" y="677190"/>
                  <a:pt x="294025" y="754874"/>
                  <a:pt x="187494" y="754874"/>
                </a:cubicBezTo>
                <a:cubicBezTo>
                  <a:pt x="148611" y="754874"/>
                  <a:pt x="108661" y="739873"/>
                  <a:pt x="75104" y="715228"/>
                </a:cubicBezTo>
                <a:close/>
                <a:moveTo>
                  <a:pt x="43145" y="669689"/>
                </a:moveTo>
                <a:lnTo>
                  <a:pt x="43145" y="669689"/>
                </a:lnTo>
                <a:cubicBezTo>
                  <a:pt x="67647" y="677190"/>
                  <a:pt x="90551" y="681744"/>
                  <a:pt x="110259" y="681744"/>
                </a:cubicBezTo>
                <a:cubicBezTo>
                  <a:pt x="189625" y="681744"/>
                  <a:pt x="238096" y="638348"/>
                  <a:pt x="238096" y="523697"/>
                </a:cubicBezTo>
                <a:lnTo>
                  <a:pt x="238096" y="99114"/>
                </a:lnTo>
                <a:lnTo>
                  <a:pt x="282839" y="77684"/>
                </a:lnTo>
                <a:lnTo>
                  <a:pt x="282839" y="517000"/>
                </a:lnTo>
                <a:cubicBezTo>
                  <a:pt x="282839" y="645580"/>
                  <a:pt x="224247" y="703977"/>
                  <a:pt x="140354" y="703977"/>
                </a:cubicBezTo>
                <a:cubicBezTo>
                  <a:pt x="105199" y="703977"/>
                  <a:pt x="71908" y="691655"/>
                  <a:pt x="43145" y="669689"/>
                </a:cubicBezTo>
                <a:close/>
                <a:moveTo>
                  <a:pt x="196549" y="535751"/>
                </a:moveTo>
                <a:lnTo>
                  <a:pt x="196549" y="116526"/>
                </a:lnTo>
                <a:lnTo>
                  <a:pt x="0" y="205729"/>
                </a:lnTo>
                <a:lnTo>
                  <a:pt x="0" y="545931"/>
                </a:lnTo>
                <a:cubicBezTo>
                  <a:pt x="0" y="610757"/>
                  <a:pt x="40482" y="654420"/>
                  <a:pt x="100672" y="654420"/>
                </a:cubicBezTo>
                <a:cubicBezTo>
                  <a:pt x="159796" y="654152"/>
                  <a:pt x="196549" y="610221"/>
                  <a:pt x="196549" y="535751"/>
                </a:cubicBezTo>
                <a:close/>
              </a:path>
            </a:pathLst>
          </a:custGeom>
          <a:solidFill>
            <a:srgbClr val="002677"/>
          </a:solidFill>
          <a:ln w="2643" cap="flat">
            <a:noFill/>
            <a:prstDash val="solid"/>
            <a:miter/>
          </a:ln>
        </p:spPr>
        <p:txBody>
          <a:bodyPr rtlCol="0" anchor="ctr"/>
          <a:lstStyle/>
          <a:p>
            <a:endParaRPr lang="en-US" sz="2400" dirty="0"/>
          </a:p>
        </p:txBody>
      </p:sp>
      <p:sp>
        <p:nvSpPr>
          <p:cNvPr id="4" name="Footer Placeholder 3">
            <a:extLst>
              <a:ext uri="{FF2B5EF4-FFF2-40B4-BE49-F238E27FC236}">
                <a16:creationId xmlns:a16="http://schemas.microsoft.com/office/drawing/2014/main" id="{AA7BA7B7-B988-9548-9455-35B566EB356C}"/>
              </a:ext>
            </a:extLst>
          </p:cNvPr>
          <p:cNvSpPr>
            <a:spLocks noGrp="1"/>
          </p:cNvSpPr>
          <p:nvPr>
            <p:ph type="ftr" sz="quarter" idx="3"/>
          </p:nvPr>
        </p:nvSpPr>
        <p:spPr>
          <a:xfrm>
            <a:off x="7914273" y="6241565"/>
            <a:ext cx="3300057" cy="366183"/>
          </a:xfrm>
          <a:prstGeom prst="rect">
            <a:avLst/>
          </a:prstGeom>
        </p:spPr>
        <p:txBody>
          <a:bodyPr vert="horz" lIns="91440" tIns="45720" rIns="91440" bIns="45720" rtlCol="0" anchor="ctr"/>
          <a:lstStyle>
            <a:lvl1pPr algn="r">
              <a:defRPr sz="1067">
                <a:solidFill>
                  <a:schemeClr val="tx1"/>
                </a:solidFill>
              </a:defRPr>
            </a:lvl1pPr>
          </a:lstStyle>
          <a:p>
            <a:r>
              <a:rPr lang="en-US" dirty="0"/>
              <a:t>Type Division Name here</a:t>
            </a:r>
          </a:p>
        </p:txBody>
      </p:sp>
    </p:spTree>
    <p:extLst>
      <p:ext uri="{BB962C8B-B14F-4D97-AF65-F5344CB8AC3E}">
        <p14:creationId xmlns:p14="http://schemas.microsoft.com/office/powerpoint/2010/main" val="42216433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Lst>
  <p:hf hdr="0" ftr="0" dt="0"/>
  <p:txStyles>
    <p:titleStyle>
      <a:lvl1pPr algn="l" defTabSz="914377" rtl="0" eaLnBrk="1" latinLnBrk="0" hangingPunct="1">
        <a:lnSpc>
          <a:spcPct val="100000"/>
        </a:lnSpc>
        <a:spcBef>
          <a:spcPct val="0"/>
        </a:spcBef>
        <a:buNone/>
        <a:defRPr sz="3200" b="1" i="0" kern="1200" spc="0" baseline="0">
          <a:solidFill>
            <a:schemeClr val="accent1"/>
          </a:solidFill>
          <a:latin typeface="+mj-lt"/>
          <a:ea typeface="+mj-ea"/>
          <a:cs typeface="+mj-cs"/>
        </a:defRPr>
      </a:lvl1pPr>
    </p:titleStyle>
    <p:bodyStyle>
      <a:lvl1pPr marL="156629" indent="-156629" algn="l" defTabSz="914377" rtl="0" eaLnBrk="1" latinLnBrk="0" hangingPunct="1">
        <a:lnSpc>
          <a:spcPct val="90000"/>
        </a:lnSpc>
        <a:spcBef>
          <a:spcPts val="400"/>
        </a:spcBef>
        <a:spcAft>
          <a:spcPts val="800"/>
        </a:spcAft>
        <a:buClr>
          <a:schemeClr val="accent1"/>
        </a:buClr>
        <a:buFont typeface="Arial" panose="020B0604020202020204" pitchFamily="34" charset="0"/>
        <a:buChar char="•"/>
        <a:tabLst/>
        <a:defRPr sz="1900" b="0" i="0" kern="1200">
          <a:solidFill>
            <a:schemeClr val="accent1"/>
          </a:solidFill>
          <a:latin typeface="+mn-lt"/>
          <a:ea typeface="+mn-ea"/>
          <a:cs typeface="Arial" panose="020B0604020202020204" pitchFamily="34" charset="0"/>
        </a:defRPr>
      </a:lvl1pPr>
      <a:lvl2pPr marL="292093" indent="-135463" algn="l" defTabSz="914377" rtl="0" eaLnBrk="1" latinLnBrk="0" hangingPunct="1">
        <a:lnSpc>
          <a:spcPct val="90000"/>
        </a:lnSpc>
        <a:spcBef>
          <a:spcPts val="0"/>
        </a:spcBef>
        <a:spcAft>
          <a:spcPts val="800"/>
        </a:spcAft>
        <a:buClr>
          <a:schemeClr val="accent1"/>
        </a:buClr>
        <a:buFont typeface="System Font Regular"/>
        <a:buChar char="-"/>
        <a:tabLst/>
        <a:defRPr sz="1900" b="0" i="0" kern="1200">
          <a:solidFill>
            <a:schemeClr val="accent1"/>
          </a:solidFill>
          <a:latin typeface="+mn-lt"/>
          <a:ea typeface="+mn-ea"/>
          <a:cs typeface="Arial" panose="020B0604020202020204" pitchFamily="34" charset="0"/>
        </a:defRPr>
      </a:lvl2pPr>
      <a:lvl3pPr marL="438140" indent="-135463" algn="l" defTabSz="914377" rtl="0" eaLnBrk="1" latinLnBrk="0" hangingPunct="1">
        <a:lnSpc>
          <a:spcPct val="90000"/>
        </a:lnSpc>
        <a:spcBef>
          <a:spcPts val="0"/>
        </a:spcBef>
        <a:spcAft>
          <a:spcPts val="800"/>
        </a:spcAft>
        <a:buClr>
          <a:schemeClr val="accent1"/>
        </a:buClr>
        <a:buFont typeface="Arial" panose="020B0604020202020204" pitchFamily="34" charset="0"/>
        <a:buChar char="•"/>
        <a:tabLst/>
        <a:defRPr sz="1600" b="0" i="0" kern="1200">
          <a:solidFill>
            <a:schemeClr val="accent1"/>
          </a:solidFill>
          <a:latin typeface="+mn-lt"/>
          <a:ea typeface="+mn-ea"/>
          <a:cs typeface="Arial" panose="020B0604020202020204" pitchFamily="34" charset="0"/>
        </a:defRPr>
      </a:lvl3pPr>
      <a:lvl4pPr marL="535504" indent="-97364" algn="l" defTabSz="914377" rtl="0" eaLnBrk="1" latinLnBrk="0" hangingPunct="1">
        <a:lnSpc>
          <a:spcPct val="90000"/>
        </a:lnSpc>
        <a:spcBef>
          <a:spcPts val="0"/>
        </a:spcBef>
        <a:spcAft>
          <a:spcPts val="800"/>
        </a:spcAft>
        <a:buClr>
          <a:schemeClr val="accent1"/>
        </a:buClr>
        <a:buFont typeface="System Font Regular"/>
        <a:buChar char="-"/>
        <a:tabLst/>
        <a:defRPr sz="1500" b="0" i="0" kern="1200">
          <a:solidFill>
            <a:schemeClr val="accent1"/>
          </a:solidFill>
          <a:latin typeface="+mn-lt"/>
          <a:ea typeface="+mn-ea"/>
          <a:cs typeface="Arial" panose="020B0604020202020204" pitchFamily="34" charset="0"/>
        </a:defRPr>
      </a:lvl4pPr>
      <a:lvl5pPr marL="694249" indent="-135463" algn="l" defTabSz="914377" rtl="0" eaLnBrk="1" latinLnBrk="0" hangingPunct="1">
        <a:lnSpc>
          <a:spcPct val="90000"/>
        </a:lnSpc>
        <a:spcBef>
          <a:spcPts val="0"/>
        </a:spcBef>
        <a:spcAft>
          <a:spcPts val="800"/>
        </a:spcAft>
        <a:buClr>
          <a:schemeClr val="accent1"/>
        </a:buClr>
        <a:buFont typeface="Arial" panose="020B0604020202020204" pitchFamily="34" charset="0"/>
        <a:buChar char="•"/>
        <a:tabLst/>
        <a:defRPr sz="1400" b="0" i="0" kern="1200">
          <a:solidFill>
            <a:schemeClr val="accent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orient="horz" pos="3931">
          <p15:clr>
            <a:srgbClr val="F26B43"/>
          </p15:clr>
        </p15:guide>
        <p15:guide id="6" pos="7296">
          <p15:clr>
            <a:srgbClr val="F26B43"/>
          </p15:clr>
        </p15:guide>
        <p15:guide id="7" orient="horz" pos="4080">
          <p15:clr>
            <a:srgbClr val="F26B43"/>
          </p15:clr>
        </p15:guide>
        <p15:guide id="8" pos="1267">
          <p15:clr>
            <a:srgbClr val="F26B43"/>
          </p15:clr>
        </p15:guide>
        <p15:guide id="9" pos="1389">
          <p15:clr>
            <a:srgbClr val="F26B43"/>
          </p15:clr>
        </p15:guide>
        <p15:guide id="10" pos="2272">
          <p15:clr>
            <a:srgbClr val="F26B43"/>
          </p15:clr>
        </p15:guide>
        <p15:guide id="11" pos="2395">
          <p15:clr>
            <a:srgbClr val="F26B43"/>
          </p15:clr>
        </p15:guide>
        <p15:guide id="12" pos="3277">
          <p15:clr>
            <a:srgbClr val="F26B43"/>
          </p15:clr>
        </p15:guide>
        <p15:guide id="13" pos="3397">
          <p15:clr>
            <a:srgbClr val="F26B43"/>
          </p15:clr>
        </p15:guide>
        <p15:guide id="14" pos="4283">
          <p15:clr>
            <a:srgbClr val="F26B43"/>
          </p15:clr>
        </p15:guide>
        <p15:guide id="15" pos="4403">
          <p15:clr>
            <a:srgbClr val="F26B43"/>
          </p15:clr>
        </p15:guide>
        <p15:guide id="16" pos="5285">
          <p15:clr>
            <a:srgbClr val="F26B43"/>
          </p15:clr>
        </p15:guide>
        <p15:guide id="17" pos="5408">
          <p15:clr>
            <a:srgbClr val="F26B43"/>
          </p15:clr>
        </p15:guide>
        <p15:guide id="18" pos="6291">
          <p15:clr>
            <a:srgbClr val="F26B43"/>
          </p15:clr>
        </p15:guide>
        <p15:guide id="19" pos="6413">
          <p15:clr>
            <a:srgbClr val="F26B43"/>
          </p15:clr>
        </p15:guide>
        <p15:guide id="20" orient="horz" pos="368">
          <p15:clr>
            <a:srgbClr val="F26B43"/>
          </p15:clr>
        </p15:guide>
        <p15:guide id="21" orient="horz" pos="988">
          <p15:clr>
            <a:srgbClr val="F26B43"/>
          </p15:clr>
        </p15:guide>
        <p15:guide id="22" orient="horz" pos="568">
          <p15:clr>
            <a:srgbClr val="F26B43"/>
          </p15:clr>
        </p15:guide>
        <p15:guide id="23" orient="horz" pos="121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3" Type="http://schemas.openxmlformats.org/officeDocument/2006/relationships/hyperlink" Target="http://www.myuhc.com/"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1.xml"/><Relationship Id="rId1" Type="http://schemas.openxmlformats.org/officeDocument/2006/relationships/slideLayout" Target="../slideLayouts/slideLayout16.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A579C525-AED2-024E-9371-A2EE28B20270}"/>
              </a:ext>
            </a:extLst>
          </p:cNvPr>
          <p:cNvSpPr>
            <a:spLocks noGrp="1"/>
          </p:cNvSpPr>
          <p:nvPr>
            <p:ph type="ctrTitle"/>
          </p:nvPr>
        </p:nvSpPr>
        <p:spPr/>
        <p:txBody>
          <a:bodyPr/>
          <a:lstStyle/>
          <a:p>
            <a:r>
              <a:rPr lang="en-US" dirty="0"/>
              <a:t>Myuhc.com</a:t>
            </a:r>
          </a:p>
        </p:txBody>
      </p:sp>
      <p:pic>
        <p:nvPicPr>
          <p:cNvPr id="6" name="Picture Placeholder 5" descr="A person working on the computer&#10;&#10;Description automatically generated with medium confidence">
            <a:extLst>
              <a:ext uri="{FF2B5EF4-FFF2-40B4-BE49-F238E27FC236}">
                <a16:creationId xmlns:a16="http://schemas.microsoft.com/office/drawing/2014/main" id="{C2E5EABA-6CF5-4B84-9C1F-D2179FEBF3EC}"/>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23013" b="23013"/>
          <a:stretch>
            <a:fillRect/>
          </a:stretch>
        </p:blipFill>
        <p:spPr/>
      </p:pic>
      <p:pic>
        <p:nvPicPr>
          <p:cNvPr id="3" name="Picture 2" descr="Qr code&#10;&#10;Description automatically generated">
            <a:extLst>
              <a:ext uri="{FF2B5EF4-FFF2-40B4-BE49-F238E27FC236}">
                <a16:creationId xmlns:a16="http://schemas.microsoft.com/office/drawing/2014/main" id="{14C12609-2C7E-4DB7-A1CA-1D018DD3FC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216" y="5130113"/>
            <a:ext cx="1219200" cy="1219200"/>
          </a:xfrm>
          <a:prstGeom prst="rect">
            <a:avLst/>
          </a:prstGeom>
        </p:spPr>
      </p:pic>
    </p:spTree>
    <p:extLst>
      <p:ext uri="{BB962C8B-B14F-4D97-AF65-F5344CB8AC3E}">
        <p14:creationId xmlns:p14="http://schemas.microsoft.com/office/powerpoint/2010/main" val="1693685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EF099FE-AAB8-4D41-924D-4A26FFBA6ADC}"/>
              </a:ext>
            </a:extLst>
          </p:cNvPr>
          <p:cNvSpPr>
            <a:spLocks noGrp="1"/>
          </p:cNvSpPr>
          <p:nvPr>
            <p:ph type="title"/>
          </p:nvPr>
        </p:nvSpPr>
        <p:spPr/>
        <p:txBody>
          <a:bodyPr/>
          <a:lstStyle/>
          <a:p>
            <a:r>
              <a:rPr lang="en-US" dirty="0"/>
              <a:t>Activate your myuhc.com account</a:t>
            </a:r>
          </a:p>
        </p:txBody>
      </p:sp>
      <p:graphicFrame>
        <p:nvGraphicFramePr>
          <p:cNvPr id="8" name="Table 8">
            <a:extLst>
              <a:ext uri="{FF2B5EF4-FFF2-40B4-BE49-F238E27FC236}">
                <a16:creationId xmlns:a16="http://schemas.microsoft.com/office/drawing/2014/main" id="{33346474-7620-4779-B381-D6D74A9F3876}"/>
              </a:ext>
            </a:extLst>
          </p:cNvPr>
          <p:cNvGraphicFramePr>
            <a:graphicFrameLocks noGrp="1"/>
          </p:cNvGraphicFramePr>
          <p:nvPr>
            <p:extLst>
              <p:ext uri="{D42A27DB-BD31-4B8C-83A1-F6EECF244321}">
                <p14:modId xmlns:p14="http://schemas.microsoft.com/office/powerpoint/2010/main" val="3532298678"/>
              </p:ext>
            </p:extLst>
          </p:nvPr>
        </p:nvGraphicFramePr>
        <p:xfrm>
          <a:off x="803564" y="1371601"/>
          <a:ext cx="10986654" cy="3657600"/>
        </p:xfrm>
        <a:graphic>
          <a:graphicData uri="http://schemas.openxmlformats.org/drawingml/2006/table">
            <a:tbl>
              <a:tblPr firstRow="1" bandRow="1">
                <a:tableStyleId>{5C22544A-7EE6-4342-B048-85BDC9FD1C3A}</a:tableStyleId>
              </a:tblPr>
              <a:tblGrid>
                <a:gridCol w="3793150">
                  <a:extLst>
                    <a:ext uri="{9D8B030D-6E8A-4147-A177-3AD203B41FA5}">
                      <a16:colId xmlns:a16="http://schemas.microsoft.com/office/drawing/2014/main" val="1454082347"/>
                    </a:ext>
                  </a:extLst>
                </a:gridCol>
                <a:gridCol w="3531286">
                  <a:extLst>
                    <a:ext uri="{9D8B030D-6E8A-4147-A177-3AD203B41FA5}">
                      <a16:colId xmlns:a16="http://schemas.microsoft.com/office/drawing/2014/main" val="4267634381"/>
                    </a:ext>
                  </a:extLst>
                </a:gridCol>
                <a:gridCol w="3662218">
                  <a:extLst>
                    <a:ext uri="{9D8B030D-6E8A-4147-A177-3AD203B41FA5}">
                      <a16:colId xmlns:a16="http://schemas.microsoft.com/office/drawing/2014/main" val="3673876914"/>
                    </a:ext>
                  </a:extLst>
                </a:gridCol>
              </a:tblGrid>
              <a:tr h="1203318">
                <a:tc>
                  <a:txBody>
                    <a:bodyPr/>
                    <a:lstStyle/>
                    <a:p>
                      <a:r>
                        <a:rPr lang="en-US" sz="1600" b="0" dirty="0">
                          <a:solidFill>
                            <a:schemeClr val="accent1"/>
                          </a:solidFill>
                        </a:rPr>
                        <a:t>Go to </a:t>
                      </a:r>
                      <a:r>
                        <a:rPr lang="en-US" sz="1600" b="1" dirty="0">
                          <a:solidFill>
                            <a:schemeClr val="accent1"/>
                          </a:solidFill>
                          <a:hlinkClick r:id="rId3">
                            <a:extLst>
                              <a:ext uri="{A12FA001-AC4F-418D-AE19-62706E023703}">
                                <ahyp:hlinkClr xmlns:ahyp="http://schemas.microsoft.com/office/drawing/2018/hyperlinkcolor" val="tx"/>
                              </a:ext>
                            </a:extLst>
                          </a:hlinkClick>
                        </a:rPr>
                        <a:t>www.myuhc.com</a:t>
                      </a:r>
                      <a:endParaRPr lang="en-US" sz="1600" b="1" dirty="0">
                        <a:solidFill>
                          <a:schemeClr val="accent1"/>
                        </a:solidFill>
                      </a:endParaRPr>
                    </a:p>
                    <a:p>
                      <a:r>
                        <a:rPr lang="en-US" sz="1600" b="0" dirty="0">
                          <a:solidFill>
                            <a:schemeClr val="accent1"/>
                          </a:solidFill>
                        </a:rPr>
                        <a:t>Click on “</a:t>
                      </a:r>
                      <a:r>
                        <a:rPr lang="en-US" sz="1600" b="1" dirty="0">
                          <a:solidFill>
                            <a:schemeClr val="accent1"/>
                          </a:solidFill>
                        </a:rPr>
                        <a:t>Register</a:t>
                      </a:r>
                      <a:r>
                        <a:rPr lang="en-US" sz="1600" b="0" dirty="0">
                          <a:solidFill>
                            <a:schemeClr val="accent1"/>
                          </a:solidFill>
                        </a:rPr>
                        <a:t>” under New Member?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dirty="0">
                          <a:solidFill>
                            <a:schemeClr val="accent1"/>
                          </a:solidFill>
                        </a:rPr>
                        <a:t>Complete this page by using your </a:t>
                      </a:r>
                      <a:r>
                        <a:rPr lang="en-US" sz="1600" b="1" dirty="0">
                          <a:solidFill>
                            <a:schemeClr val="accent1"/>
                          </a:solidFill>
                        </a:rPr>
                        <a:t>UHC Medical ID card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dirty="0">
                          <a:solidFill>
                            <a:schemeClr val="accent1"/>
                          </a:solidFill>
                        </a:rPr>
                        <a:t>Create your </a:t>
                      </a:r>
                      <a:r>
                        <a:rPr lang="en-US" sz="1600" b="0" dirty="0" err="1">
                          <a:solidFill>
                            <a:schemeClr val="accent1"/>
                          </a:solidFill>
                        </a:rPr>
                        <a:t>HealthSafeID</a:t>
                      </a:r>
                      <a:endParaRPr lang="en-US" sz="1600" b="0" dirty="0">
                        <a:solidFill>
                          <a:schemeClr val="accent1"/>
                        </a:solidFill>
                      </a:endParaRPr>
                    </a:p>
                    <a:p>
                      <a:pPr marL="171450" indent="-171450">
                        <a:buFont typeface="Arial" panose="020B0604020202020204" pitchFamily="34" charset="0"/>
                        <a:buChar char="•"/>
                      </a:pPr>
                      <a:r>
                        <a:rPr lang="en-US" sz="1600" b="0" dirty="0">
                          <a:solidFill>
                            <a:schemeClr val="accent1"/>
                          </a:solidFill>
                        </a:rPr>
                        <a:t>Create a unique username</a:t>
                      </a:r>
                    </a:p>
                    <a:p>
                      <a:pPr marL="171450" indent="-171450">
                        <a:buFont typeface="Arial" panose="020B0604020202020204" pitchFamily="34" charset="0"/>
                        <a:buChar char="•"/>
                      </a:pPr>
                      <a:r>
                        <a:rPr lang="en-US" sz="1600" b="0" dirty="0">
                          <a:solidFill>
                            <a:schemeClr val="accent1"/>
                          </a:solidFill>
                        </a:rPr>
                        <a:t>Create a password</a:t>
                      </a:r>
                    </a:p>
                    <a:p>
                      <a:pPr marL="171450" indent="-171450">
                        <a:buFont typeface="Arial" panose="020B0604020202020204" pitchFamily="34" charset="0"/>
                        <a:buChar char="•"/>
                      </a:pPr>
                      <a:r>
                        <a:rPr lang="en-US" sz="1600" b="0" dirty="0">
                          <a:solidFill>
                            <a:schemeClr val="accent1"/>
                          </a:solidFill>
                        </a:rPr>
                        <a:t>Enter your email address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7423089"/>
                  </a:ext>
                </a:extLst>
              </a:tr>
              <a:tr h="2454282">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4158744"/>
                  </a:ext>
                </a:extLst>
              </a:tr>
            </a:tbl>
          </a:graphicData>
        </a:graphic>
      </p:graphicFrame>
      <p:pic>
        <p:nvPicPr>
          <p:cNvPr id="10" name="Picture 9">
            <a:extLst>
              <a:ext uri="{FF2B5EF4-FFF2-40B4-BE49-F238E27FC236}">
                <a16:creationId xmlns:a16="http://schemas.microsoft.com/office/drawing/2014/main" id="{CC5857CB-C128-45F9-A850-43F57C105997}"/>
              </a:ext>
            </a:extLst>
          </p:cNvPr>
          <p:cNvPicPr>
            <a:picLocks noChangeAspect="1"/>
          </p:cNvPicPr>
          <p:nvPr/>
        </p:nvPicPr>
        <p:blipFill>
          <a:blip r:embed="rId4"/>
          <a:stretch>
            <a:fillRect/>
          </a:stretch>
        </p:blipFill>
        <p:spPr>
          <a:xfrm>
            <a:off x="803564" y="2728946"/>
            <a:ext cx="3629891" cy="2452653"/>
          </a:xfrm>
          <a:prstGeom prst="rect">
            <a:avLst/>
          </a:prstGeom>
          <a:ln>
            <a:solidFill>
              <a:schemeClr val="tx1"/>
            </a:solid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29AEFE6F-26B1-4F4B-B794-4B85060102DD}"/>
              </a:ext>
            </a:extLst>
          </p:cNvPr>
          <p:cNvPicPr>
            <a:picLocks noChangeAspect="1"/>
          </p:cNvPicPr>
          <p:nvPr/>
        </p:nvPicPr>
        <p:blipFill>
          <a:blip r:embed="rId5"/>
          <a:stretch>
            <a:fillRect/>
          </a:stretch>
        </p:blipFill>
        <p:spPr>
          <a:xfrm>
            <a:off x="4624857" y="2736190"/>
            <a:ext cx="3376139" cy="3583249"/>
          </a:xfrm>
          <a:prstGeom prst="rect">
            <a:avLst/>
          </a:prstGeom>
          <a:ln>
            <a:solidFill>
              <a:schemeClr val="tx1"/>
            </a:solid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055B532B-4E38-4FD4-A6E2-64603360DB32}"/>
              </a:ext>
            </a:extLst>
          </p:cNvPr>
          <p:cNvPicPr>
            <a:picLocks noChangeAspect="1"/>
          </p:cNvPicPr>
          <p:nvPr/>
        </p:nvPicPr>
        <p:blipFill>
          <a:blip r:embed="rId6"/>
          <a:stretch>
            <a:fillRect/>
          </a:stretch>
        </p:blipFill>
        <p:spPr>
          <a:xfrm>
            <a:off x="8254748" y="2728946"/>
            <a:ext cx="3355361" cy="3583248"/>
          </a:xfrm>
          <a:prstGeom prst="rect">
            <a:avLst/>
          </a:prstGeom>
          <a:ln>
            <a:solidFill>
              <a:schemeClr val="tx1"/>
            </a:solidFill>
          </a:ln>
        </p:spPr>
      </p:pic>
    </p:spTree>
    <p:extLst>
      <p:ext uri="{BB962C8B-B14F-4D97-AF65-F5344CB8AC3E}">
        <p14:creationId xmlns:p14="http://schemas.microsoft.com/office/powerpoint/2010/main" val="429003790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xmlns:p14="http://schemas.microsoft.com/office/powerpoint/2010/mai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EF099FE-AAB8-4D41-924D-4A26FFBA6ADC}"/>
              </a:ext>
            </a:extLst>
          </p:cNvPr>
          <p:cNvSpPr>
            <a:spLocks noGrp="1"/>
          </p:cNvSpPr>
          <p:nvPr>
            <p:ph type="title"/>
          </p:nvPr>
        </p:nvSpPr>
        <p:spPr/>
        <p:txBody>
          <a:bodyPr/>
          <a:lstStyle/>
          <a:p>
            <a:r>
              <a:rPr lang="en-US" dirty="0"/>
              <a:t>Activate your myuhc.com account continued</a:t>
            </a:r>
          </a:p>
        </p:txBody>
      </p:sp>
      <p:graphicFrame>
        <p:nvGraphicFramePr>
          <p:cNvPr id="8" name="Table 8">
            <a:extLst>
              <a:ext uri="{FF2B5EF4-FFF2-40B4-BE49-F238E27FC236}">
                <a16:creationId xmlns:a16="http://schemas.microsoft.com/office/drawing/2014/main" id="{33346474-7620-4779-B381-D6D74A9F3876}"/>
              </a:ext>
            </a:extLst>
          </p:cNvPr>
          <p:cNvGraphicFramePr>
            <a:graphicFrameLocks noGrp="1"/>
          </p:cNvGraphicFramePr>
          <p:nvPr>
            <p:extLst>
              <p:ext uri="{D42A27DB-BD31-4B8C-83A1-F6EECF244321}">
                <p14:modId xmlns:p14="http://schemas.microsoft.com/office/powerpoint/2010/main" val="1174028628"/>
              </p:ext>
            </p:extLst>
          </p:nvPr>
        </p:nvGraphicFramePr>
        <p:xfrm>
          <a:off x="803564" y="1371601"/>
          <a:ext cx="10986654" cy="3657600"/>
        </p:xfrm>
        <a:graphic>
          <a:graphicData uri="http://schemas.openxmlformats.org/drawingml/2006/table">
            <a:tbl>
              <a:tblPr firstRow="1" bandRow="1">
                <a:tableStyleId>{5C22544A-7EE6-4342-B048-85BDC9FD1C3A}</a:tableStyleId>
              </a:tblPr>
              <a:tblGrid>
                <a:gridCol w="3459517">
                  <a:extLst>
                    <a:ext uri="{9D8B030D-6E8A-4147-A177-3AD203B41FA5}">
                      <a16:colId xmlns:a16="http://schemas.microsoft.com/office/drawing/2014/main" val="1454082347"/>
                    </a:ext>
                  </a:extLst>
                </a:gridCol>
                <a:gridCol w="3682314">
                  <a:extLst>
                    <a:ext uri="{9D8B030D-6E8A-4147-A177-3AD203B41FA5}">
                      <a16:colId xmlns:a16="http://schemas.microsoft.com/office/drawing/2014/main" val="4267634381"/>
                    </a:ext>
                  </a:extLst>
                </a:gridCol>
                <a:gridCol w="3844823">
                  <a:extLst>
                    <a:ext uri="{9D8B030D-6E8A-4147-A177-3AD203B41FA5}">
                      <a16:colId xmlns:a16="http://schemas.microsoft.com/office/drawing/2014/main" val="3673876914"/>
                    </a:ext>
                  </a:extLst>
                </a:gridCol>
              </a:tblGrid>
              <a:tr h="1203318">
                <a:tc>
                  <a:txBody>
                    <a:bodyPr/>
                    <a:lstStyle/>
                    <a:p>
                      <a:r>
                        <a:rPr lang="en-US" sz="1600" b="0" dirty="0">
                          <a:solidFill>
                            <a:schemeClr val="accent1"/>
                          </a:solidFill>
                        </a:rPr>
                        <a:t>Enter your personal cell phone</a:t>
                      </a:r>
                    </a:p>
                    <a:p>
                      <a:r>
                        <a:rPr lang="en-US" sz="1600" b="0" dirty="0">
                          <a:solidFill>
                            <a:schemeClr val="accent1"/>
                          </a:solidFill>
                        </a:rPr>
                        <a:t>Select </a:t>
                      </a:r>
                      <a:r>
                        <a:rPr lang="en-US" sz="1600" b="1" dirty="0">
                          <a:solidFill>
                            <a:schemeClr val="accent1"/>
                          </a:solidFill>
                        </a:rPr>
                        <a:t>Text me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dirty="0">
                          <a:solidFill>
                            <a:schemeClr val="accent1"/>
                          </a:solidFill>
                        </a:rPr>
                        <a:t>Check your text message and enter the confirmation code below. </a:t>
                      </a:r>
                    </a:p>
                    <a:p>
                      <a:r>
                        <a:rPr lang="en-US" sz="1600" b="0" dirty="0">
                          <a:solidFill>
                            <a:schemeClr val="accent1"/>
                          </a:solidFill>
                        </a:rPr>
                        <a:t>Select </a:t>
                      </a:r>
                      <a:r>
                        <a:rPr lang="en-US" sz="1600" b="1" dirty="0">
                          <a:solidFill>
                            <a:schemeClr val="accent1"/>
                          </a:solidFill>
                        </a:rPr>
                        <a:t>Create account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dirty="0">
                          <a:solidFill>
                            <a:schemeClr val="accent1"/>
                          </a:solidFill>
                        </a:rPr>
                        <a:t>Congrats! Your account has been created.</a:t>
                      </a:r>
                    </a:p>
                    <a:p>
                      <a:r>
                        <a:rPr lang="en-US" sz="1600" b="0" dirty="0">
                          <a:solidFill>
                            <a:schemeClr val="accent1"/>
                          </a:solidFill>
                        </a:rPr>
                        <a:t>Select </a:t>
                      </a:r>
                      <a:r>
                        <a:rPr lang="en-US" sz="1600" b="1" dirty="0">
                          <a:solidFill>
                            <a:schemeClr val="accent1"/>
                          </a:solidFill>
                        </a:rPr>
                        <a:t>Continue to Account </a:t>
                      </a:r>
                      <a:r>
                        <a:rPr lang="en-US" sz="1600" b="0" dirty="0">
                          <a:solidFill>
                            <a:schemeClr val="accent1"/>
                          </a:solidFill>
                        </a:rPr>
                        <a:t>to enter myuhc.com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7423089"/>
                  </a:ext>
                </a:extLst>
              </a:tr>
              <a:tr h="2454282">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4158744"/>
                  </a:ext>
                </a:extLst>
              </a:tr>
            </a:tbl>
          </a:graphicData>
        </a:graphic>
      </p:graphicFrame>
      <p:pic>
        <p:nvPicPr>
          <p:cNvPr id="3" name="Picture 2">
            <a:extLst>
              <a:ext uri="{FF2B5EF4-FFF2-40B4-BE49-F238E27FC236}">
                <a16:creationId xmlns:a16="http://schemas.microsoft.com/office/drawing/2014/main" id="{56692F5A-BFFE-4008-AD50-7DFF07EF4AAE}"/>
              </a:ext>
            </a:extLst>
          </p:cNvPr>
          <p:cNvPicPr>
            <a:picLocks noChangeAspect="1"/>
          </p:cNvPicPr>
          <p:nvPr/>
        </p:nvPicPr>
        <p:blipFill>
          <a:blip r:embed="rId3"/>
          <a:stretch>
            <a:fillRect/>
          </a:stretch>
        </p:blipFill>
        <p:spPr>
          <a:xfrm>
            <a:off x="955964" y="2620278"/>
            <a:ext cx="2798618" cy="3657600"/>
          </a:xfrm>
          <a:prstGeom prst="rect">
            <a:avLst/>
          </a:prstGeom>
          <a:ln>
            <a:solidFill>
              <a:schemeClr val="tx1"/>
            </a:solidFill>
          </a:ln>
        </p:spPr>
      </p:pic>
      <p:pic>
        <p:nvPicPr>
          <p:cNvPr id="5" name="Picture 4">
            <a:extLst>
              <a:ext uri="{FF2B5EF4-FFF2-40B4-BE49-F238E27FC236}">
                <a16:creationId xmlns:a16="http://schemas.microsoft.com/office/drawing/2014/main" id="{F8129938-F90F-45EF-8FA2-0CBE41F69FF0}"/>
              </a:ext>
            </a:extLst>
          </p:cNvPr>
          <p:cNvPicPr>
            <a:picLocks noChangeAspect="1"/>
          </p:cNvPicPr>
          <p:nvPr/>
        </p:nvPicPr>
        <p:blipFill>
          <a:blip r:embed="rId4"/>
          <a:stretch>
            <a:fillRect/>
          </a:stretch>
        </p:blipFill>
        <p:spPr>
          <a:xfrm>
            <a:off x="4321519" y="2620277"/>
            <a:ext cx="2811334" cy="3657600"/>
          </a:xfrm>
          <a:prstGeom prst="rect">
            <a:avLst/>
          </a:prstGeom>
          <a:ln>
            <a:solidFill>
              <a:schemeClr val="tx1"/>
            </a:solidFill>
          </a:ln>
        </p:spPr>
      </p:pic>
      <p:pic>
        <p:nvPicPr>
          <p:cNvPr id="9" name="Picture 8">
            <a:extLst>
              <a:ext uri="{FF2B5EF4-FFF2-40B4-BE49-F238E27FC236}">
                <a16:creationId xmlns:a16="http://schemas.microsoft.com/office/drawing/2014/main" id="{529E6B4B-9CC4-4C65-8978-CDEFA033A102}"/>
              </a:ext>
            </a:extLst>
          </p:cNvPr>
          <p:cNvPicPr>
            <a:picLocks noChangeAspect="1"/>
          </p:cNvPicPr>
          <p:nvPr/>
        </p:nvPicPr>
        <p:blipFill>
          <a:blip r:embed="rId5"/>
          <a:stretch>
            <a:fillRect/>
          </a:stretch>
        </p:blipFill>
        <p:spPr>
          <a:xfrm>
            <a:off x="8055868" y="2620277"/>
            <a:ext cx="2811334" cy="3657600"/>
          </a:xfrm>
          <a:prstGeom prst="rect">
            <a:avLst/>
          </a:prstGeom>
          <a:ln>
            <a:solidFill>
              <a:schemeClr val="tx1"/>
            </a:solidFill>
          </a:ln>
        </p:spPr>
      </p:pic>
    </p:spTree>
    <p:extLst>
      <p:ext uri="{BB962C8B-B14F-4D97-AF65-F5344CB8AC3E}">
        <p14:creationId xmlns:p14="http://schemas.microsoft.com/office/powerpoint/2010/main" val="423507037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0D98C-54B1-4D1B-A7F0-8061DACB1F0A}"/>
              </a:ext>
            </a:extLst>
          </p:cNvPr>
          <p:cNvSpPr>
            <a:spLocks noGrp="1"/>
          </p:cNvSpPr>
          <p:nvPr>
            <p:ph type="title"/>
          </p:nvPr>
        </p:nvSpPr>
        <p:spPr/>
        <p:txBody>
          <a:bodyPr/>
          <a:lstStyle/>
          <a:p>
            <a:r>
              <a:rPr lang="en-US" dirty="0"/>
              <a:t>Dashboard</a:t>
            </a:r>
          </a:p>
        </p:txBody>
      </p:sp>
      <p:sp>
        <p:nvSpPr>
          <p:cNvPr id="3" name="Slide Number Placeholder 2">
            <a:extLst>
              <a:ext uri="{FF2B5EF4-FFF2-40B4-BE49-F238E27FC236}">
                <a16:creationId xmlns:a16="http://schemas.microsoft.com/office/drawing/2014/main" id="{C502AEB7-5F65-43C6-B78A-914C7B7BDC13}"/>
              </a:ext>
            </a:extLst>
          </p:cNvPr>
          <p:cNvSpPr>
            <a:spLocks noGrp="1"/>
          </p:cNvSpPr>
          <p:nvPr>
            <p:ph type="sldNum" sz="quarter" idx="12"/>
          </p:nvPr>
        </p:nvSpPr>
        <p:spPr/>
        <p:txBody>
          <a:bodyPr/>
          <a:lstStyle/>
          <a:p>
            <a:fld id="{90F9BDA0-AF0E-4BA8-B742-3B9C92A3E6FE}" type="slidenum">
              <a:rPr lang="en-US" smtClean="0"/>
              <a:t>4</a:t>
            </a:fld>
            <a:endParaRPr lang="en-US"/>
          </a:p>
        </p:txBody>
      </p:sp>
      <p:pic>
        <p:nvPicPr>
          <p:cNvPr id="6" name="Picture 5">
            <a:extLst>
              <a:ext uri="{FF2B5EF4-FFF2-40B4-BE49-F238E27FC236}">
                <a16:creationId xmlns:a16="http://schemas.microsoft.com/office/drawing/2014/main" id="{3C7CBB5F-D148-4BD0-B9B5-2A0D587251BE}"/>
              </a:ext>
            </a:extLst>
          </p:cNvPr>
          <p:cNvPicPr>
            <a:picLocks noChangeAspect="1"/>
          </p:cNvPicPr>
          <p:nvPr/>
        </p:nvPicPr>
        <p:blipFill>
          <a:blip r:embed="rId3"/>
          <a:stretch>
            <a:fillRect/>
          </a:stretch>
        </p:blipFill>
        <p:spPr>
          <a:xfrm>
            <a:off x="2113955" y="1384355"/>
            <a:ext cx="8364576" cy="4534133"/>
          </a:xfrm>
          <a:prstGeom prst="rect">
            <a:avLst/>
          </a:prstGeom>
        </p:spPr>
      </p:pic>
      <p:sp>
        <p:nvSpPr>
          <p:cNvPr id="11" name="Rectangle 10">
            <a:extLst>
              <a:ext uri="{FF2B5EF4-FFF2-40B4-BE49-F238E27FC236}">
                <a16:creationId xmlns:a16="http://schemas.microsoft.com/office/drawing/2014/main" id="{FB49D3EC-CA0C-493F-8127-F4EDECD95A17}"/>
              </a:ext>
            </a:extLst>
          </p:cNvPr>
          <p:cNvSpPr/>
          <p:nvPr/>
        </p:nvSpPr>
        <p:spPr>
          <a:xfrm>
            <a:off x="2113955" y="2199503"/>
            <a:ext cx="8364576" cy="333633"/>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0CC53395-C3F9-4AC2-823B-E19C1D088B6D}"/>
              </a:ext>
            </a:extLst>
          </p:cNvPr>
          <p:cNvCxnSpPr>
            <a:endCxn id="11" idx="1"/>
          </p:cNvCxnSpPr>
          <p:nvPr/>
        </p:nvCxnSpPr>
        <p:spPr>
          <a:xfrm>
            <a:off x="1099751" y="2384855"/>
            <a:ext cx="88968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FB298456-BEA6-4FC2-9BE4-F0D64BAD6311}"/>
              </a:ext>
            </a:extLst>
          </p:cNvPr>
          <p:cNvSpPr/>
          <p:nvPr/>
        </p:nvSpPr>
        <p:spPr>
          <a:xfrm>
            <a:off x="210064" y="2088293"/>
            <a:ext cx="889687" cy="5436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Toolbar</a:t>
            </a:r>
          </a:p>
        </p:txBody>
      </p:sp>
      <p:sp>
        <p:nvSpPr>
          <p:cNvPr id="15" name="Rectangle 14">
            <a:extLst>
              <a:ext uri="{FF2B5EF4-FFF2-40B4-BE49-F238E27FC236}">
                <a16:creationId xmlns:a16="http://schemas.microsoft.com/office/drawing/2014/main" id="{99A524D0-5632-4DD2-ADC8-1625743E90DD}"/>
              </a:ext>
            </a:extLst>
          </p:cNvPr>
          <p:cNvSpPr/>
          <p:nvPr/>
        </p:nvSpPr>
        <p:spPr>
          <a:xfrm>
            <a:off x="2002743" y="1373372"/>
            <a:ext cx="8499792" cy="517317"/>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03BBE39-9FA2-4941-8719-D9B0E5971ADE}"/>
              </a:ext>
            </a:extLst>
          </p:cNvPr>
          <p:cNvSpPr/>
          <p:nvPr/>
        </p:nvSpPr>
        <p:spPr>
          <a:xfrm>
            <a:off x="8362586" y="245303"/>
            <a:ext cx="2004733" cy="5436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COVID-19 Resources</a:t>
            </a:r>
          </a:p>
        </p:txBody>
      </p:sp>
      <p:sp>
        <p:nvSpPr>
          <p:cNvPr id="29" name="Rectangle 28">
            <a:extLst>
              <a:ext uri="{FF2B5EF4-FFF2-40B4-BE49-F238E27FC236}">
                <a16:creationId xmlns:a16="http://schemas.microsoft.com/office/drawing/2014/main" id="{CFCF8A3F-F933-42AB-995A-C41F0D66F9D9}"/>
              </a:ext>
            </a:extLst>
          </p:cNvPr>
          <p:cNvSpPr/>
          <p:nvPr/>
        </p:nvSpPr>
        <p:spPr>
          <a:xfrm>
            <a:off x="6517079" y="2573193"/>
            <a:ext cx="2182078" cy="333633"/>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5B43D00D-4110-4AA4-BFC6-82D1FC0DD5EB}"/>
              </a:ext>
            </a:extLst>
          </p:cNvPr>
          <p:cNvCxnSpPr>
            <a:cxnSpLocks/>
          </p:cNvCxnSpPr>
          <p:nvPr/>
        </p:nvCxnSpPr>
        <p:spPr>
          <a:xfrm>
            <a:off x="8823674" y="2744128"/>
            <a:ext cx="19267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EDE47344-10E5-42ED-84D7-64639065DC1D}"/>
              </a:ext>
            </a:extLst>
          </p:cNvPr>
          <p:cNvSpPr/>
          <p:nvPr/>
        </p:nvSpPr>
        <p:spPr>
          <a:xfrm>
            <a:off x="10690593" y="2542912"/>
            <a:ext cx="1231558" cy="5436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View, Print and Order ID Cards</a:t>
            </a:r>
          </a:p>
        </p:txBody>
      </p:sp>
      <p:sp>
        <p:nvSpPr>
          <p:cNvPr id="34" name="Rectangle 33">
            <a:extLst>
              <a:ext uri="{FF2B5EF4-FFF2-40B4-BE49-F238E27FC236}">
                <a16:creationId xmlns:a16="http://schemas.microsoft.com/office/drawing/2014/main" id="{983AE65F-BE3B-478D-833B-E66E0A6DFF44}"/>
              </a:ext>
            </a:extLst>
          </p:cNvPr>
          <p:cNvSpPr/>
          <p:nvPr/>
        </p:nvSpPr>
        <p:spPr>
          <a:xfrm>
            <a:off x="2425244" y="3799040"/>
            <a:ext cx="2937588" cy="2119445"/>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a:extLst>
              <a:ext uri="{FF2B5EF4-FFF2-40B4-BE49-F238E27FC236}">
                <a16:creationId xmlns:a16="http://schemas.microsoft.com/office/drawing/2014/main" id="{B87F89AE-71B8-47D8-8BD4-10A9A60DD8E0}"/>
              </a:ext>
            </a:extLst>
          </p:cNvPr>
          <p:cNvCxnSpPr>
            <a:cxnSpLocks/>
          </p:cNvCxnSpPr>
          <p:nvPr/>
        </p:nvCxnSpPr>
        <p:spPr>
          <a:xfrm>
            <a:off x="1099751" y="4650640"/>
            <a:ext cx="112082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Rectangle 35">
            <a:extLst>
              <a:ext uri="{FF2B5EF4-FFF2-40B4-BE49-F238E27FC236}">
                <a16:creationId xmlns:a16="http://schemas.microsoft.com/office/drawing/2014/main" id="{0A4CD6C3-2430-4B6F-A95C-BF8D12D53B94}"/>
              </a:ext>
            </a:extLst>
          </p:cNvPr>
          <p:cNvSpPr/>
          <p:nvPr/>
        </p:nvSpPr>
        <p:spPr>
          <a:xfrm>
            <a:off x="170137" y="3940366"/>
            <a:ext cx="1192116" cy="14205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View recent claims</a:t>
            </a:r>
          </a:p>
        </p:txBody>
      </p:sp>
      <p:cxnSp>
        <p:nvCxnSpPr>
          <p:cNvPr id="39" name="Straight Arrow Connector 38">
            <a:extLst>
              <a:ext uri="{FF2B5EF4-FFF2-40B4-BE49-F238E27FC236}">
                <a16:creationId xmlns:a16="http://schemas.microsoft.com/office/drawing/2014/main" id="{2C7F114A-1E9D-445F-862B-43C2B3538C5A}"/>
              </a:ext>
            </a:extLst>
          </p:cNvPr>
          <p:cNvCxnSpPr>
            <a:cxnSpLocks/>
          </p:cNvCxnSpPr>
          <p:nvPr/>
        </p:nvCxnSpPr>
        <p:spPr>
          <a:xfrm>
            <a:off x="8138747" y="4641235"/>
            <a:ext cx="80754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85FA6A8F-F79C-4631-9FAD-4312CA7A914C}"/>
              </a:ext>
            </a:extLst>
          </p:cNvPr>
          <p:cNvSpPr/>
          <p:nvPr/>
        </p:nvSpPr>
        <p:spPr>
          <a:xfrm>
            <a:off x="8708346" y="4166601"/>
            <a:ext cx="1794189" cy="970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Connect with a 24/7 Virtual Doctor</a:t>
            </a:r>
          </a:p>
        </p:txBody>
      </p:sp>
      <p:sp>
        <p:nvSpPr>
          <p:cNvPr id="41" name="Rectangle 40">
            <a:extLst>
              <a:ext uri="{FF2B5EF4-FFF2-40B4-BE49-F238E27FC236}">
                <a16:creationId xmlns:a16="http://schemas.microsoft.com/office/drawing/2014/main" id="{853B61CE-BD26-412C-BACD-FF295C194328}"/>
              </a:ext>
            </a:extLst>
          </p:cNvPr>
          <p:cNvSpPr/>
          <p:nvPr/>
        </p:nvSpPr>
        <p:spPr>
          <a:xfrm>
            <a:off x="5463690" y="3797601"/>
            <a:ext cx="2627048" cy="2119445"/>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3AFD5332-19F3-4E89-A48C-A88618F0152E}"/>
              </a:ext>
            </a:extLst>
          </p:cNvPr>
          <p:cNvSpPr/>
          <p:nvPr/>
        </p:nvSpPr>
        <p:spPr>
          <a:xfrm>
            <a:off x="9798908" y="3323097"/>
            <a:ext cx="951470" cy="333633"/>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93096EDA-5104-4D59-99C9-A3A06B5AFAA0}"/>
              </a:ext>
            </a:extLst>
          </p:cNvPr>
          <p:cNvSpPr/>
          <p:nvPr/>
        </p:nvSpPr>
        <p:spPr>
          <a:xfrm>
            <a:off x="10750378" y="4235698"/>
            <a:ext cx="1231558" cy="5436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Chat </a:t>
            </a:r>
          </a:p>
          <a:p>
            <a:pPr algn="ctr"/>
            <a:r>
              <a:rPr lang="en-US" sz="1600" dirty="0">
                <a:solidFill>
                  <a:schemeClr val="tx1"/>
                </a:solidFill>
              </a:rPr>
              <a:t>with an Advocate</a:t>
            </a:r>
          </a:p>
        </p:txBody>
      </p:sp>
      <p:cxnSp>
        <p:nvCxnSpPr>
          <p:cNvPr id="46" name="Connector: Elbow 45">
            <a:extLst>
              <a:ext uri="{FF2B5EF4-FFF2-40B4-BE49-F238E27FC236}">
                <a16:creationId xmlns:a16="http://schemas.microsoft.com/office/drawing/2014/main" id="{3B0041F6-F310-47FF-BBC9-5FBA2250A17C}"/>
              </a:ext>
            </a:extLst>
          </p:cNvPr>
          <p:cNvCxnSpPr>
            <a:cxnSpLocks/>
            <a:stCxn id="42" idx="3"/>
          </p:cNvCxnSpPr>
          <p:nvPr/>
        </p:nvCxnSpPr>
        <p:spPr>
          <a:xfrm>
            <a:off x="10750378" y="3489914"/>
            <a:ext cx="572411" cy="67668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pic>
        <p:nvPicPr>
          <p:cNvPr id="52" name="Picture 51">
            <a:extLst>
              <a:ext uri="{FF2B5EF4-FFF2-40B4-BE49-F238E27FC236}">
                <a16:creationId xmlns:a16="http://schemas.microsoft.com/office/drawing/2014/main" id="{F67073BD-2731-41FE-B359-12E006AAFC48}"/>
              </a:ext>
            </a:extLst>
          </p:cNvPr>
          <p:cNvPicPr>
            <a:picLocks noChangeAspect="1"/>
          </p:cNvPicPr>
          <p:nvPr/>
        </p:nvPicPr>
        <p:blipFill>
          <a:blip r:embed="rId4"/>
          <a:stretch>
            <a:fillRect/>
          </a:stretch>
        </p:blipFill>
        <p:spPr>
          <a:xfrm>
            <a:off x="2150389" y="1399773"/>
            <a:ext cx="8216930" cy="460414"/>
          </a:xfrm>
          <a:prstGeom prst="rect">
            <a:avLst/>
          </a:prstGeom>
        </p:spPr>
      </p:pic>
      <p:cxnSp>
        <p:nvCxnSpPr>
          <p:cNvPr id="27" name="Connector: Elbow 26">
            <a:extLst>
              <a:ext uri="{FF2B5EF4-FFF2-40B4-BE49-F238E27FC236}">
                <a16:creationId xmlns:a16="http://schemas.microsoft.com/office/drawing/2014/main" id="{B9144561-0DB7-43C8-A04F-1F69937D3E22}"/>
              </a:ext>
            </a:extLst>
          </p:cNvPr>
          <p:cNvCxnSpPr>
            <a:cxnSpLocks/>
          </p:cNvCxnSpPr>
          <p:nvPr/>
        </p:nvCxnSpPr>
        <p:spPr>
          <a:xfrm rot="5400000" flipH="1" flipV="1">
            <a:off x="8871885" y="924378"/>
            <a:ext cx="714286" cy="39247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5240105B-0ADC-4A6A-909E-BF5ADF82B087}"/>
              </a:ext>
            </a:extLst>
          </p:cNvPr>
          <p:cNvSpPr/>
          <p:nvPr/>
        </p:nvSpPr>
        <p:spPr>
          <a:xfrm>
            <a:off x="7293017" y="1986506"/>
            <a:ext cx="1005840" cy="182880"/>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EB39F1EC-135C-4B98-851D-A8C951F061A2}"/>
              </a:ext>
            </a:extLst>
          </p:cNvPr>
          <p:cNvCxnSpPr>
            <a:cxnSpLocks/>
          </p:cNvCxnSpPr>
          <p:nvPr/>
        </p:nvCxnSpPr>
        <p:spPr>
          <a:xfrm>
            <a:off x="8410106" y="2070515"/>
            <a:ext cx="2476197" cy="74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5" name="Rectangle 54">
            <a:extLst>
              <a:ext uri="{FF2B5EF4-FFF2-40B4-BE49-F238E27FC236}">
                <a16:creationId xmlns:a16="http://schemas.microsoft.com/office/drawing/2014/main" id="{7238BFC3-A2C2-46D2-9B09-7C61D953D51B}"/>
              </a:ext>
            </a:extLst>
          </p:cNvPr>
          <p:cNvSpPr/>
          <p:nvPr/>
        </p:nvSpPr>
        <p:spPr>
          <a:xfrm>
            <a:off x="10543594" y="1768845"/>
            <a:ext cx="1645126" cy="5436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Account Settings</a:t>
            </a:r>
          </a:p>
        </p:txBody>
      </p:sp>
    </p:spTree>
    <p:extLst>
      <p:ext uri="{BB962C8B-B14F-4D97-AF65-F5344CB8AC3E}">
        <p14:creationId xmlns:p14="http://schemas.microsoft.com/office/powerpoint/2010/main" val="332484825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xmlns:p14="http://schemas.microsoft.com/office/powerpoint/2010/mai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37EF6-6AA4-418F-83B3-160C1C29435D}"/>
              </a:ext>
            </a:extLst>
          </p:cNvPr>
          <p:cNvSpPr>
            <a:spLocks noGrp="1"/>
          </p:cNvSpPr>
          <p:nvPr>
            <p:ph type="title"/>
          </p:nvPr>
        </p:nvSpPr>
        <p:spPr/>
        <p:txBody>
          <a:bodyPr/>
          <a:lstStyle/>
          <a:p>
            <a:r>
              <a:rPr lang="en-US" dirty="0"/>
              <a:t>Find Care &amp; Cost</a:t>
            </a:r>
          </a:p>
        </p:txBody>
      </p:sp>
      <p:sp>
        <p:nvSpPr>
          <p:cNvPr id="3" name="Slide Number Placeholder 2">
            <a:extLst>
              <a:ext uri="{FF2B5EF4-FFF2-40B4-BE49-F238E27FC236}">
                <a16:creationId xmlns:a16="http://schemas.microsoft.com/office/drawing/2014/main" id="{DF626D79-B2DE-4C4F-9AD1-CAB9D55FF660}"/>
              </a:ext>
            </a:extLst>
          </p:cNvPr>
          <p:cNvSpPr>
            <a:spLocks noGrp="1"/>
          </p:cNvSpPr>
          <p:nvPr>
            <p:ph type="sldNum" sz="quarter" idx="12"/>
          </p:nvPr>
        </p:nvSpPr>
        <p:spPr/>
        <p:txBody>
          <a:bodyPr/>
          <a:lstStyle/>
          <a:p>
            <a:fld id="{90F9BDA0-AF0E-4BA8-B742-3B9C92A3E6FE}" type="slidenum">
              <a:rPr lang="en-US" smtClean="0"/>
              <a:t>5</a:t>
            </a:fld>
            <a:endParaRPr lang="en-US"/>
          </a:p>
        </p:txBody>
      </p:sp>
      <p:pic>
        <p:nvPicPr>
          <p:cNvPr id="6" name="Picture 5">
            <a:extLst>
              <a:ext uri="{FF2B5EF4-FFF2-40B4-BE49-F238E27FC236}">
                <a16:creationId xmlns:a16="http://schemas.microsoft.com/office/drawing/2014/main" id="{D72C08E0-4819-4BAD-A4BD-4F711716AE0B}"/>
              </a:ext>
            </a:extLst>
          </p:cNvPr>
          <p:cNvPicPr>
            <a:picLocks noChangeAspect="1"/>
          </p:cNvPicPr>
          <p:nvPr/>
        </p:nvPicPr>
        <p:blipFill>
          <a:blip r:embed="rId3"/>
          <a:stretch>
            <a:fillRect/>
          </a:stretch>
        </p:blipFill>
        <p:spPr>
          <a:xfrm>
            <a:off x="2384854" y="1201793"/>
            <a:ext cx="7722973" cy="5024525"/>
          </a:xfrm>
          <a:prstGeom prst="rect">
            <a:avLst/>
          </a:prstGeom>
        </p:spPr>
      </p:pic>
      <p:sp>
        <p:nvSpPr>
          <p:cNvPr id="7" name="Rectangle 6">
            <a:extLst>
              <a:ext uri="{FF2B5EF4-FFF2-40B4-BE49-F238E27FC236}">
                <a16:creationId xmlns:a16="http://schemas.microsoft.com/office/drawing/2014/main" id="{B0BD4E5F-D4FB-4673-9FE2-842E74846BDD}"/>
              </a:ext>
            </a:extLst>
          </p:cNvPr>
          <p:cNvSpPr/>
          <p:nvPr/>
        </p:nvSpPr>
        <p:spPr>
          <a:xfrm>
            <a:off x="4423719" y="2088291"/>
            <a:ext cx="3608173" cy="354965"/>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81C024DB-5C38-4694-B86B-637A764DDB6D}"/>
              </a:ext>
            </a:extLst>
          </p:cNvPr>
          <p:cNvCxnSpPr>
            <a:cxnSpLocks/>
          </p:cNvCxnSpPr>
          <p:nvPr/>
        </p:nvCxnSpPr>
        <p:spPr>
          <a:xfrm>
            <a:off x="2384854" y="2265785"/>
            <a:ext cx="19116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4B642DC5-261E-4F4A-A234-090574E38239}"/>
              </a:ext>
            </a:extLst>
          </p:cNvPr>
          <p:cNvSpPr/>
          <p:nvPr/>
        </p:nvSpPr>
        <p:spPr>
          <a:xfrm>
            <a:off x="996778" y="1814543"/>
            <a:ext cx="1421027" cy="981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Confirm city and state</a:t>
            </a:r>
          </a:p>
        </p:txBody>
      </p:sp>
      <p:sp>
        <p:nvSpPr>
          <p:cNvPr id="12" name="Rectangle 11">
            <a:extLst>
              <a:ext uri="{FF2B5EF4-FFF2-40B4-BE49-F238E27FC236}">
                <a16:creationId xmlns:a16="http://schemas.microsoft.com/office/drawing/2014/main" id="{B26FF72B-CC6D-4C6E-9445-2AB45B66EB7C}"/>
              </a:ext>
            </a:extLst>
          </p:cNvPr>
          <p:cNvSpPr/>
          <p:nvPr/>
        </p:nvSpPr>
        <p:spPr>
          <a:xfrm>
            <a:off x="3253946" y="3207468"/>
            <a:ext cx="5630562" cy="138474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8F59EB6-9114-48CE-B907-F5DAC9AF065A}"/>
              </a:ext>
            </a:extLst>
          </p:cNvPr>
          <p:cNvSpPr/>
          <p:nvPr/>
        </p:nvSpPr>
        <p:spPr>
          <a:xfrm>
            <a:off x="986998" y="3408991"/>
            <a:ext cx="1421027" cy="981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Quick search by category</a:t>
            </a:r>
          </a:p>
        </p:txBody>
      </p:sp>
      <p:cxnSp>
        <p:nvCxnSpPr>
          <p:cNvPr id="18" name="Straight Arrow Connector 17">
            <a:extLst>
              <a:ext uri="{FF2B5EF4-FFF2-40B4-BE49-F238E27FC236}">
                <a16:creationId xmlns:a16="http://schemas.microsoft.com/office/drawing/2014/main" id="{95C2AFA4-61DD-4C07-8D11-A4B7B628A8CF}"/>
              </a:ext>
            </a:extLst>
          </p:cNvPr>
          <p:cNvCxnSpPr>
            <a:cxnSpLocks/>
          </p:cNvCxnSpPr>
          <p:nvPr/>
        </p:nvCxnSpPr>
        <p:spPr>
          <a:xfrm>
            <a:off x="2384854" y="3851569"/>
            <a:ext cx="68833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DA4F6C72-D36E-4A01-ADF0-7CDD6FB48C7A}"/>
              </a:ext>
            </a:extLst>
          </p:cNvPr>
          <p:cNvSpPr/>
          <p:nvPr/>
        </p:nvSpPr>
        <p:spPr>
          <a:xfrm>
            <a:off x="3553794" y="2575986"/>
            <a:ext cx="5219503" cy="354965"/>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9A3DC7CD-D789-4ECE-A827-4AD45988367C}"/>
              </a:ext>
            </a:extLst>
          </p:cNvPr>
          <p:cNvCxnSpPr>
            <a:cxnSpLocks/>
          </p:cNvCxnSpPr>
          <p:nvPr/>
        </p:nvCxnSpPr>
        <p:spPr>
          <a:xfrm>
            <a:off x="8851642" y="2702390"/>
            <a:ext cx="92255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70A7DD32-4E6F-441B-8510-62489F875BD4}"/>
              </a:ext>
            </a:extLst>
          </p:cNvPr>
          <p:cNvSpPr/>
          <p:nvPr/>
        </p:nvSpPr>
        <p:spPr>
          <a:xfrm>
            <a:off x="9724767" y="2211540"/>
            <a:ext cx="1960211" cy="981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Search by provider name, practice or services </a:t>
            </a:r>
          </a:p>
        </p:txBody>
      </p:sp>
    </p:spTree>
    <p:extLst>
      <p:ext uri="{BB962C8B-B14F-4D97-AF65-F5344CB8AC3E}">
        <p14:creationId xmlns:p14="http://schemas.microsoft.com/office/powerpoint/2010/main" val="311463494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xmlns:p14="http://schemas.microsoft.com/office/powerpoint/2010/mai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11B96DE-9E19-4CFE-B3C8-599622916F09}"/>
              </a:ext>
            </a:extLst>
          </p:cNvPr>
          <p:cNvPicPr>
            <a:picLocks noChangeAspect="1"/>
          </p:cNvPicPr>
          <p:nvPr/>
        </p:nvPicPr>
        <p:blipFill>
          <a:blip r:embed="rId3"/>
          <a:stretch>
            <a:fillRect/>
          </a:stretch>
        </p:blipFill>
        <p:spPr>
          <a:xfrm>
            <a:off x="5202194" y="864973"/>
            <a:ext cx="6586150" cy="5490602"/>
          </a:xfrm>
          <a:prstGeom prst="rect">
            <a:avLst/>
          </a:prstGeom>
        </p:spPr>
      </p:pic>
      <p:sp>
        <p:nvSpPr>
          <p:cNvPr id="2" name="Title 1">
            <a:extLst>
              <a:ext uri="{FF2B5EF4-FFF2-40B4-BE49-F238E27FC236}">
                <a16:creationId xmlns:a16="http://schemas.microsoft.com/office/drawing/2014/main" id="{C9902A46-1C60-454B-B4A9-7B3753FF8AFE}"/>
              </a:ext>
            </a:extLst>
          </p:cNvPr>
          <p:cNvSpPr>
            <a:spLocks noGrp="1"/>
          </p:cNvSpPr>
          <p:nvPr>
            <p:ph type="title"/>
          </p:nvPr>
        </p:nvSpPr>
        <p:spPr>
          <a:xfrm>
            <a:off x="517234" y="432215"/>
            <a:ext cx="9681295" cy="732508"/>
          </a:xfrm>
        </p:spPr>
        <p:txBody>
          <a:bodyPr/>
          <a:lstStyle/>
          <a:p>
            <a:r>
              <a:rPr lang="en-US" dirty="0"/>
              <a:t>Claims &amp; Accounts</a:t>
            </a:r>
          </a:p>
        </p:txBody>
      </p:sp>
      <p:sp>
        <p:nvSpPr>
          <p:cNvPr id="3" name="Slide Number Placeholder 2">
            <a:extLst>
              <a:ext uri="{FF2B5EF4-FFF2-40B4-BE49-F238E27FC236}">
                <a16:creationId xmlns:a16="http://schemas.microsoft.com/office/drawing/2014/main" id="{A1497A18-76A2-43E1-874A-25741F4DF820}"/>
              </a:ext>
            </a:extLst>
          </p:cNvPr>
          <p:cNvSpPr>
            <a:spLocks noGrp="1"/>
          </p:cNvSpPr>
          <p:nvPr>
            <p:ph type="sldNum" sz="quarter" idx="12"/>
          </p:nvPr>
        </p:nvSpPr>
        <p:spPr/>
        <p:txBody>
          <a:bodyPr/>
          <a:lstStyle/>
          <a:p>
            <a:fld id="{90F9BDA0-AF0E-4BA8-B742-3B9C92A3E6FE}" type="slidenum">
              <a:rPr lang="en-US" smtClean="0"/>
              <a:t>6</a:t>
            </a:fld>
            <a:endParaRPr lang="en-US"/>
          </a:p>
        </p:txBody>
      </p:sp>
      <p:pic>
        <p:nvPicPr>
          <p:cNvPr id="9" name="Picture 8">
            <a:extLst>
              <a:ext uri="{FF2B5EF4-FFF2-40B4-BE49-F238E27FC236}">
                <a16:creationId xmlns:a16="http://schemas.microsoft.com/office/drawing/2014/main" id="{81632E53-0918-4046-8F6C-A541CCD21386}"/>
              </a:ext>
            </a:extLst>
          </p:cNvPr>
          <p:cNvPicPr>
            <a:picLocks noChangeAspect="1"/>
          </p:cNvPicPr>
          <p:nvPr/>
        </p:nvPicPr>
        <p:blipFill>
          <a:blip r:embed="rId4"/>
          <a:stretch>
            <a:fillRect/>
          </a:stretch>
        </p:blipFill>
        <p:spPr>
          <a:xfrm>
            <a:off x="6748541" y="5481652"/>
            <a:ext cx="5039803" cy="873923"/>
          </a:xfrm>
          <a:prstGeom prst="rect">
            <a:avLst/>
          </a:prstGeom>
        </p:spPr>
      </p:pic>
      <p:sp>
        <p:nvSpPr>
          <p:cNvPr id="10" name="Rectangle 9">
            <a:extLst>
              <a:ext uri="{FF2B5EF4-FFF2-40B4-BE49-F238E27FC236}">
                <a16:creationId xmlns:a16="http://schemas.microsoft.com/office/drawing/2014/main" id="{F2E39FAB-CE9C-43E7-8788-600B0DF92B58}"/>
              </a:ext>
            </a:extLst>
          </p:cNvPr>
          <p:cNvSpPr/>
          <p:nvPr/>
        </p:nvSpPr>
        <p:spPr>
          <a:xfrm>
            <a:off x="5202194" y="1153203"/>
            <a:ext cx="6586150" cy="354965"/>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Arrow Connector 10">
            <a:extLst>
              <a:ext uri="{FF2B5EF4-FFF2-40B4-BE49-F238E27FC236}">
                <a16:creationId xmlns:a16="http://schemas.microsoft.com/office/drawing/2014/main" id="{5C263C8E-C273-48EA-AC2F-B6D8039168B6}"/>
              </a:ext>
            </a:extLst>
          </p:cNvPr>
          <p:cNvCxnSpPr>
            <a:cxnSpLocks/>
          </p:cNvCxnSpPr>
          <p:nvPr/>
        </p:nvCxnSpPr>
        <p:spPr>
          <a:xfrm>
            <a:off x="1927654" y="1330685"/>
            <a:ext cx="324982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D35FFFEA-483B-4145-9A9C-F242EBC82144}"/>
              </a:ext>
            </a:extLst>
          </p:cNvPr>
          <p:cNvSpPr/>
          <p:nvPr/>
        </p:nvSpPr>
        <p:spPr>
          <a:xfrm>
            <a:off x="728174" y="1091322"/>
            <a:ext cx="1421027" cy="478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Toolbar</a:t>
            </a:r>
          </a:p>
        </p:txBody>
      </p:sp>
      <p:sp>
        <p:nvSpPr>
          <p:cNvPr id="15" name="Rectangle 14">
            <a:extLst>
              <a:ext uri="{FF2B5EF4-FFF2-40B4-BE49-F238E27FC236}">
                <a16:creationId xmlns:a16="http://schemas.microsoft.com/office/drawing/2014/main" id="{F48991FC-A3EF-4A51-8D05-4FDDAF5B03F5}"/>
              </a:ext>
            </a:extLst>
          </p:cNvPr>
          <p:cNvSpPr/>
          <p:nvPr/>
        </p:nvSpPr>
        <p:spPr>
          <a:xfrm>
            <a:off x="5202194" y="1630706"/>
            <a:ext cx="6586150" cy="638115"/>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Arrow Connector 15">
            <a:extLst>
              <a:ext uri="{FF2B5EF4-FFF2-40B4-BE49-F238E27FC236}">
                <a16:creationId xmlns:a16="http://schemas.microsoft.com/office/drawing/2014/main" id="{9ADDC260-83EA-4561-BF65-952D409F4396}"/>
              </a:ext>
            </a:extLst>
          </p:cNvPr>
          <p:cNvCxnSpPr>
            <a:cxnSpLocks/>
          </p:cNvCxnSpPr>
          <p:nvPr/>
        </p:nvCxnSpPr>
        <p:spPr>
          <a:xfrm>
            <a:off x="3633324" y="2118973"/>
            <a:ext cx="154415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7B196574-2019-48F3-AEAE-FAAD7A08367C}"/>
              </a:ext>
            </a:extLst>
          </p:cNvPr>
          <p:cNvSpPr/>
          <p:nvPr/>
        </p:nvSpPr>
        <p:spPr>
          <a:xfrm>
            <a:off x="232412" y="1920760"/>
            <a:ext cx="3450340" cy="478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Filter by dates of service or provider. View prior authorizations and claim letters.</a:t>
            </a:r>
          </a:p>
        </p:txBody>
      </p:sp>
      <p:sp>
        <p:nvSpPr>
          <p:cNvPr id="19" name="Rectangle 18">
            <a:extLst>
              <a:ext uri="{FF2B5EF4-FFF2-40B4-BE49-F238E27FC236}">
                <a16:creationId xmlns:a16="http://schemas.microsoft.com/office/drawing/2014/main" id="{FE70D1DC-EF9A-4A7D-8AE9-1B814D559C72}"/>
              </a:ext>
            </a:extLst>
          </p:cNvPr>
          <p:cNvSpPr/>
          <p:nvPr/>
        </p:nvSpPr>
        <p:spPr>
          <a:xfrm>
            <a:off x="5226908" y="2391359"/>
            <a:ext cx="1705233" cy="403442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Arrow Connector 19">
            <a:extLst>
              <a:ext uri="{FF2B5EF4-FFF2-40B4-BE49-F238E27FC236}">
                <a16:creationId xmlns:a16="http://schemas.microsoft.com/office/drawing/2014/main" id="{46A53C77-8F1A-4B9C-B332-C383D65E8218}"/>
              </a:ext>
            </a:extLst>
          </p:cNvPr>
          <p:cNvCxnSpPr>
            <a:cxnSpLocks/>
          </p:cNvCxnSpPr>
          <p:nvPr/>
        </p:nvCxnSpPr>
        <p:spPr>
          <a:xfrm>
            <a:off x="3682752" y="4178976"/>
            <a:ext cx="154415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0B26DDA2-9DBA-4893-8945-ED1CA918715F}"/>
              </a:ext>
            </a:extLst>
          </p:cNvPr>
          <p:cNvSpPr/>
          <p:nvPr/>
        </p:nvSpPr>
        <p:spPr>
          <a:xfrm>
            <a:off x="869204" y="3902410"/>
            <a:ext cx="3450340" cy="478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Additional fitter options</a:t>
            </a:r>
          </a:p>
        </p:txBody>
      </p:sp>
      <p:sp>
        <p:nvSpPr>
          <p:cNvPr id="22" name="Rectangle 21">
            <a:extLst>
              <a:ext uri="{FF2B5EF4-FFF2-40B4-BE49-F238E27FC236}">
                <a16:creationId xmlns:a16="http://schemas.microsoft.com/office/drawing/2014/main" id="{3F0CFE91-9FD5-4A47-B8F2-723F872813F4}"/>
              </a:ext>
            </a:extLst>
          </p:cNvPr>
          <p:cNvSpPr/>
          <p:nvPr/>
        </p:nvSpPr>
        <p:spPr>
          <a:xfrm>
            <a:off x="7047997" y="2399485"/>
            <a:ext cx="4740347" cy="1146904"/>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Arrow Connector 22">
            <a:extLst>
              <a:ext uri="{FF2B5EF4-FFF2-40B4-BE49-F238E27FC236}">
                <a16:creationId xmlns:a16="http://schemas.microsoft.com/office/drawing/2014/main" id="{C2AD1296-464A-4B4F-ABBC-AF75235A96DB}"/>
              </a:ext>
            </a:extLst>
          </p:cNvPr>
          <p:cNvCxnSpPr>
            <a:cxnSpLocks/>
          </p:cNvCxnSpPr>
          <p:nvPr/>
        </p:nvCxnSpPr>
        <p:spPr>
          <a:xfrm>
            <a:off x="2990335" y="3386084"/>
            <a:ext cx="418894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682FF65A-15FC-4CD4-829C-74380327F885}"/>
              </a:ext>
            </a:extLst>
          </p:cNvPr>
          <p:cNvSpPr/>
          <p:nvPr/>
        </p:nvSpPr>
        <p:spPr>
          <a:xfrm>
            <a:off x="1687555" y="3143562"/>
            <a:ext cx="1502748" cy="478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Claim detail</a:t>
            </a:r>
          </a:p>
        </p:txBody>
      </p:sp>
      <p:sp>
        <p:nvSpPr>
          <p:cNvPr id="27" name="Rectangle 26">
            <a:extLst>
              <a:ext uri="{FF2B5EF4-FFF2-40B4-BE49-F238E27FC236}">
                <a16:creationId xmlns:a16="http://schemas.microsoft.com/office/drawing/2014/main" id="{2B965F3F-F4A0-4B56-906A-EA9674622F58}"/>
              </a:ext>
            </a:extLst>
          </p:cNvPr>
          <p:cNvSpPr/>
          <p:nvPr/>
        </p:nvSpPr>
        <p:spPr>
          <a:xfrm>
            <a:off x="7033272" y="5993027"/>
            <a:ext cx="4740347" cy="432758"/>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8" name="Straight Arrow Connector 27">
            <a:extLst>
              <a:ext uri="{FF2B5EF4-FFF2-40B4-BE49-F238E27FC236}">
                <a16:creationId xmlns:a16="http://schemas.microsoft.com/office/drawing/2014/main" id="{EB2BE54F-C297-4285-897F-9FDCF1BCB15B}"/>
              </a:ext>
            </a:extLst>
          </p:cNvPr>
          <p:cNvCxnSpPr>
            <a:cxnSpLocks/>
          </p:cNvCxnSpPr>
          <p:nvPr/>
        </p:nvCxnSpPr>
        <p:spPr>
          <a:xfrm>
            <a:off x="2924324" y="6131729"/>
            <a:ext cx="418894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CFA4433F-A208-4DFF-880C-1A8820BF0314}"/>
              </a:ext>
            </a:extLst>
          </p:cNvPr>
          <p:cNvSpPr/>
          <p:nvPr/>
        </p:nvSpPr>
        <p:spPr>
          <a:xfrm>
            <a:off x="990508" y="5607446"/>
            <a:ext cx="1999827" cy="690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Download claims into a spreadsheet</a:t>
            </a:r>
          </a:p>
        </p:txBody>
      </p:sp>
    </p:spTree>
    <p:extLst>
      <p:ext uri="{BB962C8B-B14F-4D97-AF65-F5344CB8AC3E}">
        <p14:creationId xmlns:p14="http://schemas.microsoft.com/office/powerpoint/2010/main" val="327373517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xmlns:p14="http://schemas.microsoft.com/office/powerpoint/2010/mai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AE592-31EF-444A-84A7-926F7160E434}"/>
              </a:ext>
            </a:extLst>
          </p:cNvPr>
          <p:cNvSpPr>
            <a:spLocks noGrp="1"/>
          </p:cNvSpPr>
          <p:nvPr>
            <p:ph type="title"/>
          </p:nvPr>
        </p:nvSpPr>
        <p:spPr/>
        <p:txBody>
          <a:bodyPr/>
          <a:lstStyle/>
          <a:p>
            <a:r>
              <a:rPr lang="en-US" dirty="0"/>
              <a:t>Coverage &amp; Benefits</a:t>
            </a:r>
          </a:p>
        </p:txBody>
      </p:sp>
      <p:sp>
        <p:nvSpPr>
          <p:cNvPr id="3" name="Slide Number Placeholder 2">
            <a:extLst>
              <a:ext uri="{FF2B5EF4-FFF2-40B4-BE49-F238E27FC236}">
                <a16:creationId xmlns:a16="http://schemas.microsoft.com/office/drawing/2014/main" id="{16FF2BD9-FEA2-444C-8C11-8670547B89B0}"/>
              </a:ext>
            </a:extLst>
          </p:cNvPr>
          <p:cNvSpPr>
            <a:spLocks noGrp="1"/>
          </p:cNvSpPr>
          <p:nvPr>
            <p:ph type="sldNum" sz="quarter" idx="12"/>
          </p:nvPr>
        </p:nvSpPr>
        <p:spPr/>
        <p:txBody>
          <a:bodyPr/>
          <a:lstStyle/>
          <a:p>
            <a:fld id="{90F9BDA0-AF0E-4BA8-B742-3B9C92A3E6FE}" type="slidenum">
              <a:rPr lang="en-US" smtClean="0"/>
              <a:t>7</a:t>
            </a:fld>
            <a:endParaRPr lang="en-US"/>
          </a:p>
        </p:txBody>
      </p:sp>
      <p:pic>
        <p:nvPicPr>
          <p:cNvPr id="6" name="Picture 5">
            <a:extLst>
              <a:ext uri="{FF2B5EF4-FFF2-40B4-BE49-F238E27FC236}">
                <a16:creationId xmlns:a16="http://schemas.microsoft.com/office/drawing/2014/main" id="{07A0502D-1129-45C5-852F-09A35B1892DD}"/>
              </a:ext>
            </a:extLst>
          </p:cNvPr>
          <p:cNvPicPr>
            <a:picLocks noChangeAspect="1"/>
          </p:cNvPicPr>
          <p:nvPr/>
        </p:nvPicPr>
        <p:blipFill>
          <a:blip r:embed="rId3"/>
          <a:stretch>
            <a:fillRect/>
          </a:stretch>
        </p:blipFill>
        <p:spPr>
          <a:xfrm>
            <a:off x="926246" y="1201794"/>
            <a:ext cx="4622944" cy="4363126"/>
          </a:xfrm>
          <a:prstGeom prst="rect">
            <a:avLst/>
          </a:prstGeom>
          <a:ln>
            <a:solidFill>
              <a:schemeClr val="accent1"/>
            </a:solidFill>
          </a:ln>
        </p:spPr>
      </p:pic>
      <p:pic>
        <p:nvPicPr>
          <p:cNvPr id="8" name="Picture 7">
            <a:extLst>
              <a:ext uri="{FF2B5EF4-FFF2-40B4-BE49-F238E27FC236}">
                <a16:creationId xmlns:a16="http://schemas.microsoft.com/office/drawing/2014/main" id="{1C69F997-99BA-4A39-BC65-F9018222BFAA}"/>
              </a:ext>
            </a:extLst>
          </p:cNvPr>
          <p:cNvPicPr>
            <a:picLocks noChangeAspect="1"/>
          </p:cNvPicPr>
          <p:nvPr/>
        </p:nvPicPr>
        <p:blipFill>
          <a:blip r:embed="rId4"/>
          <a:stretch>
            <a:fillRect/>
          </a:stretch>
        </p:blipFill>
        <p:spPr>
          <a:xfrm>
            <a:off x="5830872" y="1201794"/>
            <a:ext cx="4622944" cy="4363126"/>
          </a:xfrm>
          <a:prstGeom prst="rect">
            <a:avLst/>
          </a:prstGeom>
          <a:ln>
            <a:solidFill>
              <a:schemeClr val="accent1"/>
            </a:solidFill>
          </a:ln>
        </p:spPr>
      </p:pic>
      <p:sp>
        <p:nvSpPr>
          <p:cNvPr id="11" name="Rectangle 10">
            <a:extLst>
              <a:ext uri="{FF2B5EF4-FFF2-40B4-BE49-F238E27FC236}">
                <a16:creationId xmlns:a16="http://schemas.microsoft.com/office/drawing/2014/main" id="{0FD716A6-A8FE-4FD2-AC97-4D80B77BE74E}"/>
              </a:ext>
            </a:extLst>
          </p:cNvPr>
          <p:cNvSpPr/>
          <p:nvPr/>
        </p:nvSpPr>
        <p:spPr>
          <a:xfrm>
            <a:off x="234778" y="2421924"/>
            <a:ext cx="1010393" cy="19770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512480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xmlns:p14="http://schemas.microsoft.com/office/powerpoint/2010/mai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66C5-F513-4534-BC4E-F246FB11E895}"/>
              </a:ext>
            </a:extLst>
          </p:cNvPr>
          <p:cNvSpPr>
            <a:spLocks noGrp="1"/>
          </p:cNvSpPr>
          <p:nvPr>
            <p:ph type="title"/>
          </p:nvPr>
        </p:nvSpPr>
        <p:spPr/>
        <p:txBody>
          <a:bodyPr/>
          <a:lstStyle/>
          <a:p>
            <a:r>
              <a:rPr lang="en-US" dirty="0"/>
              <a:t>Pharmacy &amp; Prescriptions</a:t>
            </a:r>
          </a:p>
        </p:txBody>
      </p:sp>
      <p:sp>
        <p:nvSpPr>
          <p:cNvPr id="3" name="Slide Number Placeholder 2">
            <a:extLst>
              <a:ext uri="{FF2B5EF4-FFF2-40B4-BE49-F238E27FC236}">
                <a16:creationId xmlns:a16="http://schemas.microsoft.com/office/drawing/2014/main" id="{52D71722-733A-4B57-BDE3-D597386ADDDC}"/>
              </a:ext>
            </a:extLst>
          </p:cNvPr>
          <p:cNvSpPr>
            <a:spLocks noGrp="1"/>
          </p:cNvSpPr>
          <p:nvPr>
            <p:ph type="sldNum" sz="quarter" idx="12"/>
          </p:nvPr>
        </p:nvSpPr>
        <p:spPr/>
        <p:txBody>
          <a:bodyPr/>
          <a:lstStyle/>
          <a:p>
            <a:fld id="{90F9BDA0-AF0E-4BA8-B742-3B9C92A3E6FE}" type="slidenum">
              <a:rPr lang="en-US" smtClean="0"/>
              <a:t>8</a:t>
            </a:fld>
            <a:endParaRPr lang="en-US"/>
          </a:p>
        </p:txBody>
      </p:sp>
      <p:pic>
        <p:nvPicPr>
          <p:cNvPr id="6" name="Picture 5">
            <a:extLst>
              <a:ext uri="{FF2B5EF4-FFF2-40B4-BE49-F238E27FC236}">
                <a16:creationId xmlns:a16="http://schemas.microsoft.com/office/drawing/2014/main" id="{DBD24D41-A226-43FC-B3C6-FEBF6AEF8C83}"/>
              </a:ext>
            </a:extLst>
          </p:cNvPr>
          <p:cNvPicPr>
            <a:picLocks noChangeAspect="1"/>
          </p:cNvPicPr>
          <p:nvPr/>
        </p:nvPicPr>
        <p:blipFill>
          <a:blip r:embed="rId3"/>
          <a:stretch>
            <a:fillRect/>
          </a:stretch>
        </p:blipFill>
        <p:spPr>
          <a:xfrm>
            <a:off x="3436452" y="1002920"/>
            <a:ext cx="7331761" cy="5091104"/>
          </a:xfrm>
          <a:prstGeom prst="rect">
            <a:avLst/>
          </a:prstGeom>
        </p:spPr>
      </p:pic>
      <p:sp>
        <p:nvSpPr>
          <p:cNvPr id="7" name="Rectangle 6">
            <a:extLst>
              <a:ext uri="{FF2B5EF4-FFF2-40B4-BE49-F238E27FC236}">
                <a16:creationId xmlns:a16="http://schemas.microsoft.com/office/drawing/2014/main" id="{A1ADB57A-465B-407C-BC7D-5782A5AD9C9D}"/>
              </a:ext>
            </a:extLst>
          </p:cNvPr>
          <p:cNvSpPr/>
          <p:nvPr/>
        </p:nvSpPr>
        <p:spPr>
          <a:xfrm>
            <a:off x="3348681" y="1317200"/>
            <a:ext cx="7525265" cy="432758"/>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Arrow Connector 7">
            <a:extLst>
              <a:ext uri="{FF2B5EF4-FFF2-40B4-BE49-F238E27FC236}">
                <a16:creationId xmlns:a16="http://schemas.microsoft.com/office/drawing/2014/main" id="{5F4474D4-989F-4C80-8141-5F49C4395BC0}"/>
              </a:ext>
            </a:extLst>
          </p:cNvPr>
          <p:cNvCxnSpPr>
            <a:cxnSpLocks/>
          </p:cNvCxnSpPr>
          <p:nvPr/>
        </p:nvCxnSpPr>
        <p:spPr>
          <a:xfrm>
            <a:off x="2669059" y="1559728"/>
            <a:ext cx="63832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1B494FAE-168C-4185-9914-F406C5C617D8}"/>
              </a:ext>
            </a:extLst>
          </p:cNvPr>
          <p:cNvSpPr/>
          <p:nvPr/>
        </p:nvSpPr>
        <p:spPr>
          <a:xfrm>
            <a:off x="1657969" y="1343348"/>
            <a:ext cx="1134854" cy="4327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Toolbar</a:t>
            </a:r>
          </a:p>
        </p:txBody>
      </p:sp>
      <p:sp>
        <p:nvSpPr>
          <p:cNvPr id="12" name="Rectangle 11">
            <a:extLst>
              <a:ext uri="{FF2B5EF4-FFF2-40B4-BE49-F238E27FC236}">
                <a16:creationId xmlns:a16="http://schemas.microsoft.com/office/drawing/2014/main" id="{B12CD8F1-267A-4483-8A4A-490A911C9685}"/>
              </a:ext>
            </a:extLst>
          </p:cNvPr>
          <p:cNvSpPr/>
          <p:nvPr/>
        </p:nvSpPr>
        <p:spPr>
          <a:xfrm>
            <a:off x="3348682" y="1865363"/>
            <a:ext cx="7525264" cy="989047"/>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3" name="Straight Arrow Connector 12">
            <a:extLst>
              <a:ext uri="{FF2B5EF4-FFF2-40B4-BE49-F238E27FC236}">
                <a16:creationId xmlns:a16="http://schemas.microsoft.com/office/drawing/2014/main" id="{D1CBC9E3-9711-4F58-88B0-3B315806F5B9}"/>
              </a:ext>
            </a:extLst>
          </p:cNvPr>
          <p:cNvCxnSpPr>
            <a:cxnSpLocks/>
          </p:cNvCxnSpPr>
          <p:nvPr/>
        </p:nvCxnSpPr>
        <p:spPr>
          <a:xfrm>
            <a:off x="2669059" y="2350421"/>
            <a:ext cx="63832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E891FC18-4622-4762-9DC6-EC7E1AD5CC78}"/>
              </a:ext>
            </a:extLst>
          </p:cNvPr>
          <p:cNvSpPr/>
          <p:nvPr/>
        </p:nvSpPr>
        <p:spPr>
          <a:xfrm>
            <a:off x="209868" y="2134041"/>
            <a:ext cx="2459191" cy="4327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Virtual medicine cabinet</a:t>
            </a:r>
          </a:p>
        </p:txBody>
      </p:sp>
      <p:sp>
        <p:nvSpPr>
          <p:cNvPr id="15" name="Rectangle 14">
            <a:extLst>
              <a:ext uri="{FF2B5EF4-FFF2-40B4-BE49-F238E27FC236}">
                <a16:creationId xmlns:a16="http://schemas.microsoft.com/office/drawing/2014/main" id="{0707CA7C-A3FA-43A7-B8E3-864391C89AEC}"/>
              </a:ext>
            </a:extLst>
          </p:cNvPr>
          <p:cNvSpPr/>
          <p:nvPr/>
        </p:nvSpPr>
        <p:spPr>
          <a:xfrm>
            <a:off x="3371907" y="3429000"/>
            <a:ext cx="7525264" cy="2813305"/>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Arrow Connector 15">
            <a:extLst>
              <a:ext uri="{FF2B5EF4-FFF2-40B4-BE49-F238E27FC236}">
                <a16:creationId xmlns:a16="http://schemas.microsoft.com/office/drawing/2014/main" id="{2BBF52E4-199F-4AB3-8898-73D5057F0857}"/>
              </a:ext>
            </a:extLst>
          </p:cNvPr>
          <p:cNvCxnSpPr>
            <a:cxnSpLocks/>
          </p:cNvCxnSpPr>
          <p:nvPr/>
        </p:nvCxnSpPr>
        <p:spPr>
          <a:xfrm>
            <a:off x="2669059" y="4621430"/>
            <a:ext cx="63832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90AB34DC-23DB-4D07-AA8D-66632DE1FD6D}"/>
              </a:ext>
            </a:extLst>
          </p:cNvPr>
          <p:cNvSpPr/>
          <p:nvPr/>
        </p:nvSpPr>
        <p:spPr>
          <a:xfrm>
            <a:off x="729049" y="4405050"/>
            <a:ext cx="2063774" cy="4327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Quick view of current medications</a:t>
            </a:r>
          </a:p>
        </p:txBody>
      </p:sp>
    </p:spTree>
    <p:extLst>
      <p:ext uri="{BB962C8B-B14F-4D97-AF65-F5344CB8AC3E}">
        <p14:creationId xmlns:p14="http://schemas.microsoft.com/office/powerpoint/2010/main" val="138611068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xmlns:p14="http://schemas.microsoft.com/office/powerpoint/2010/mai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64735-BA0B-4CD2-A3C5-AF33A0844378}"/>
              </a:ext>
            </a:extLst>
          </p:cNvPr>
          <p:cNvSpPr>
            <a:spLocks noGrp="1"/>
          </p:cNvSpPr>
          <p:nvPr>
            <p:ph type="title"/>
          </p:nvPr>
        </p:nvSpPr>
        <p:spPr/>
        <p:txBody>
          <a:bodyPr/>
          <a:lstStyle/>
          <a:p>
            <a:r>
              <a:rPr lang="en-US" dirty="0"/>
              <a:t>Health Resources</a:t>
            </a:r>
          </a:p>
        </p:txBody>
      </p:sp>
      <p:sp>
        <p:nvSpPr>
          <p:cNvPr id="3" name="Slide Number Placeholder 2">
            <a:extLst>
              <a:ext uri="{FF2B5EF4-FFF2-40B4-BE49-F238E27FC236}">
                <a16:creationId xmlns:a16="http://schemas.microsoft.com/office/drawing/2014/main" id="{E03AF1D8-FC22-43B9-8F52-DAB4E6E900C4}"/>
              </a:ext>
            </a:extLst>
          </p:cNvPr>
          <p:cNvSpPr>
            <a:spLocks noGrp="1"/>
          </p:cNvSpPr>
          <p:nvPr>
            <p:ph type="sldNum" sz="quarter" idx="12"/>
          </p:nvPr>
        </p:nvSpPr>
        <p:spPr/>
        <p:txBody>
          <a:bodyPr/>
          <a:lstStyle/>
          <a:p>
            <a:fld id="{90F9BDA0-AF0E-4BA8-B742-3B9C92A3E6FE}" type="slidenum">
              <a:rPr lang="en-US" smtClean="0"/>
              <a:t>9</a:t>
            </a:fld>
            <a:endParaRPr lang="en-US"/>
          </a:p>
        </p:txBody>
      </p:sp>
      <p:pic>
        <p:nvPicPr>
          <p:cNvPr id="6" name="Picture 5">
            <a:extLst>
              <a:ext uri="{FF2B5EF4-FFF2-40B4-BE49-F238E27FC236}">
                <a16:creationId xmlns:a16="http://schemas.microsoft.com/office/drawing/2014/main" id="{57BF0370-F8C0-4E5F-8D51-0E408315B044}"/>
              </a:ext>
            </a:extLst>
          </p:cNvPr>
          <p:cNvPicPr>
            <a:picLocks noChangeAspect="1"/>
          </p:cNvPicPr>
          <p:nvPr/>
        </p:nvPicPr>
        <p:blipFill>
          <a:blip r:embed="rId3"/>
          <a:stretch>
            <a:fillRect/>
          </a:stretch>
        </p:blipFill>
        <p:spPr>
          <a:xfrm>
            <a:off x="678887" y="1201794"/>
            <a:ext cx="5300754" cy="4623952"/>
          </a:xfrm>
          <a:prstGeom prst="rect">
            <a:avLst/>
          </a:prstGeom>
          <a:ln>
            <a:solidFill>
              <a:schemeClr val="accent1"/>
            </a:solidFill>
          </a:ln>
        </p:spPr>
      </p:pic>
      <p:pic>
        <p:nvPicPr>
          <p:cNvPr id="9" name="Picture 8">
            <a:extLst>
              <a:ext uri="{FF2B5EF4-FFF2-40B4-BE49-F238E27FC236}">
                <a16:creationId xmlns:a16="http://schemas.microsoft.com/office/drawing/2014/main" id="{2C183C46-2884-41FC-BF8D-CB47B141AF27}"/>
              </a:ext>
            </a:extLst>
          </p:cNvPr>
          <p:cNvPicPr>
            <a:picLocks noChangeAspect="1"/>
          </p:cNvPicPr>
          <p:nvPr/>
        </p:nvPicPr>
        <p:blipFill>
          <a:blip r:embed="rId4"/>
          <a:stretch>
            <a:fillRect/>
          </a:stretch>
        </p:blipFill>
        <p:spPr>
          <a:xfrm>
            <a:off x="812237" y="2342144"/>
            <a:ext cx="5167404" cy="3483602"/>
          </a:xfrm>
          <a:prstGeom prst="rect">
            <a:avLst/>
          </a:prstGeom>
        </p:spPr>
      </p:pic>
      <p:pic>
        <p:nvPicPr>
          <p:cNvPr id="10" name="Picture 9">
            <a:extLst>
              <a:ext uri="{FF2B5EF4-FFF2-40B4-BE49-F238E27FC236}">
                <a16:creationId xmlns:a16="http://schemas.microsoft.com/office/drawing/2014/main" id="{5AB64013-0C2B-41A7-A798-58F5C786F92E}"/>
              </a:ext>
            </a:extLst>
          </p:cNvPr>
          <p:cNvPicPr>
            <a:picLocks noChangeAspect="1"/>
          </p:cNvPicPr>
          <p:nvPr/>
        </p:nvPicPr>
        <p:blipFill>
          <a:blip r:embed="rId3"/>
          <a:stretch>
            <a:fillRect/>
          </a:stretch>
        </p:blipFill>
        <p:spPr>
          <a:xfrm>
            <a:off x="6251166" y="1201794"/>
            <a:ext cx="5300754" cy="4623952"/>
          </a:xfrm>
          <a:prstGeom prst="rect">
            <a:avLst/>
          </a:prstGeom>
          <a:ln>
            <a:solidFill>
              <a:schemeClr val="accent1"/>
            </a:solidFill>
          </a:ln>
        </p:spPr>
      </p:pic>
      <p:pic>
        <p:nvPicPr>
          <p:cNvPr id="12" name="Picture 11">
            <a:extLst>
              <a:ext uri="{FF2B5EF4-FFF2-40B4-BE49-F238E27FC236}">
                <a16:creationId xmlns:a16="http://schemas.microsoft.com/office/drawing/2014/main" id="{08E5132D-C37D-487A-8C16-E3FE116FF50E}"/>
              </a:ext>
            </a:extLst>
          </p:cNvPr>
          <p:cNvPicPr>
            <a:picLocks noChangeAspect="1"/>
          </p:cNvPicPr>
          <p:nvPr/>
        </p:nvPicPr>
        <p:blipFill>
          <a:blip r:embed="rId5"/>
          <a:stretch>
            <a:fillRect/>
          </a:stretch>
        </p:blipFill>
        <p:spPr>
          <a:xfrm>
            <a:off x="6363398" y="2342145"/>
            <a:ext cx="5149715" cy="1191888"/>
          </a:xfrm>
          <a:prstGeom prst="rect">
            <a:avLst/>
          </a:prstGeom>
        </p:spPr>
      </p:pic>
      <p:pic>
        <p:nvPicPr>
          <p:cNvPr id="15" name="Picture 14">
            <a:extLst>
              <a:ext uri="{FF2B5EF4-FFF2-40B4-BE49-F238E27FC236}">
                <a16:creationId xmlns:a16="http://schemas.microsoft.com/office/drawing/2014/main" id="{9811A522-94C8-484D-BBBD-BDDD27BDB6AB}"/>
              </a:ext>
            </a:extLst>
          </p:cNvPr>
          <p:cNvPicPr>
            <a:picLocks noChangeAspect="1"/>
          </p:cNvPicPr>
          <p:nvPr/>
        </p:nvPicPr>
        <p:blipFill>
          <a:blip r:embed="rId6"/>
          <a:stretch>
            <a:fillRect/>
          </a:stretch>
        </p:blipFill>
        <p:spPr>
          <a:xfrm>
            <a:off x="6437540" y="3585625"/>
            <a:ext cx="5075573" cy="1088759"/>
          </a:xfrm>
          <a:prstGeom prst="rect">
            <a:avLst/>
          </a:prstGeom>
        </p:spPr>
      </p:pic>
      <p:pic>
        <p:nvPicPr>
          <p:cNvPr id="17" name="Picture 16">
            <a:extLst>
              <a:ext uri="{FF2B5EF4-FFF2-40B4-BE49-F238E27FC236}">
                <a16:creationId xmlns:a16="http://schemas.microsoft.com/office/drawing/2014/main" id="{FC61DCF0-9897-4878-B5FA-DD33C7975E8C}"/>
              </a:ext>
            </a:extLst>
          </p:cNvPr>
          <p:cNvPicPr>
            <a:picLocks noChangeAspect="1"/>
          </p:cNvPicPr>
          <p:nvPr/>
        </p:nvPicPr>
        <p:blipFill>
          <a:blip r:embed="rId7"/>
          <a:stretch>
            <a:fillRect/>
          </a:stretch>
        </p:blipFill>
        <p:spPr>
          <a:xfrm>
            <a:off x="6433735" y="4676550"/>
            <a:ext cx="3352816" cy="1088759"/>
          </a:xfrm>
          <a:prstGeom prst="rect">
            <a:avLst/>
          </a:prstGeom>
        </p:spPr>
      </p:pic>
    </p:spTree>
    <p:extLst>
      <p:ext uri="{BB962C8B-B14F-4D97-AF65-F5344CB8AC3E}">
        <p14:creationId xmlns:p14="http://schemas.microsoft.com/office/powerpoint/2010/main" val="294184460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xmlns:p14="http://schemas.microsoft.com/office/powerpoint/2010/mai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Content Placeholder 12" descr="Icon&#10;&#10;Description automatically generated with medium confidence">
            <a:extLst>
              <a:ext uri="{FF2B5EF4-FFF2-40B4-BE49-F238E27FC236}">
                <a16:creationId xmlns:a16="http://schemas.microsoft.com/office/drawing/2014/main" id="{CC41ECA9-11A9-43A3-A62F-9A10F8585BED}"/>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4242" r="2" b="3382"/>
          <a:stretch/>
        </p:blipFill>
        <p:spPr>
          <a:xfrm>
            <a:off x="7199440" y="10"/>
            <a:ext cx="4992560" cy="6857990"/>
          </a:xfrm>
          <a:prstGeom prst="rect">
            <a:avLst/>
          </a:prstGeom>
          <a:effectLst/>
        </p:spPr>
      </p:pic>
      <p:sp>
        <p:nvSpPr>
          <p:cNvPr id="3" name="Slide Number Placeholder 2">
            <a:extLst>
              <a:ext uri="{FF2B5EF4-FFF2-40B4-BE49-F238E27FC236}">
                <a16:creationId xmlns:a16="http://schemas.microsoft.com/office/drawing/2014/main" id="{A1BC04A4-1623-4728-B821-9E8B80D3414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90F9BDA0-AF0E-4BA8-B742-3B9C92A3E6FE}" type="slidenum">
              <a:rPr lang="en-US" sz="1200">
                <a:solidFill>
                  <a:srgbClr val="FFFFFF"/>
                </a:solidFill>
                <a:latin typeface="Calibri" panose="020F0502020204030204"/>
                <a:cs typeface="+mn-cs"/>
              </a:rPr>
              <a:pPr>
                <a:spcAft>
                  <a:spcPts val="600"/>
                </a:spcAft>
                <a:defRPr/>
              </a:pPr>
              <a:t>10</a:t>
            </a:fld>
            <a:endParaRPr lang="en-US" sz="1200">
              <a:solidFill>
                <a:srgbClr val="FFFFFF"/>
              </a:solidFill>
              <a:latin typeface="Calibri" panose="020F0502020204030204"/>
              <a:cs typeface="+mn-cs"/>
            </a:endParaRPr>
          </a:p>
        </p:txBody>
      </p:sp>
      <p:sp>
        <p:nvSpPr>
          <p:cNvPr id="15" name="Title 14">
            <a:extLst>
              <a:ext uri="{FF2B5EF4-FFF2-40B4-BE49-F238E27FC236}">
                <a16:creationId xmlns:a16="http://schemas.microsoft.com/office/drawing/2014/main" id="{DBB71DAF-B64E-4035-BF8F-58F430F3B051}"/>
              </a:ext>
            </a:extLst>
          </p:cNvPr>
          <p:cNvSpPr>
            <a:spLocks noGrp="1"/>
          </p:cNvSpPr>
          <p:nvPr>
            <p:ph type="title"/>
          </p:nvPr>
        </p:nvSpPr>
        <p:spPr/>
        <p:txBody>
          <a:bodyPr/>
          <a:lstStyle/>
          <a:p>
            <a:r>
              <a:rPr lang="en-US" dirty="0"/>
              <a:t>UHC App</a:t>
            </a:r>
          </a:p>
        </p:txBody>
      </p:sp>
      <p:sp>
        <p:nvSpPr>
          <p:cNvPr id="19" name="TextBox 18">
            <a:extLst>
              <a:ext uri="{FF2B5EF4-FFF2-40B4-BE49-F238E27FC236}">
                <a16:creationId xmlns:a16="http://schemas.microsoft.com/office/drawing/2014/main" id="{0CD5D304-8046-4D4F-A343-1928A3CDB53A}"/>
              </a:ext>
            </a:extLst>
          </p:cNvPr>
          <p:cNvSpPr txBox="1"/>
          <p:nvPr/>
        </p:nvSpPr>
        <p:spPr>
          <a:xfrm>
            <a:off x="654909" y="1566127"/>
            <a:ext cx="4992130" cy="3170099"/>
          </a:xfrm>
          <a:prstGeom prst="rect">
            <a:avLst/>
          </a:prstGeom>
          <a:noFill/>
        </p:spPr>
        <p:txBody>
          <a:bodyPr wrap="square" rtlCol="0">
            <a:spAutoFit/>
          </a:bodyPr>
          <a:lstStyle/>
          <a:p>
            <a:pPr>
              <a:spcAft>
                <a:spcPts val="600"/>
              </a:spcAft>
            </a:pPr>
            <a:r>
              <a:rPr lang="en-US" sz="2000" b="1" i="0" u="none" strike="noStrike" baseline="0" dirty="0">
                <a:solidFill>
                  <a:srgbClr val="203A88"/>
                </a:solidFill>
              </a:rPr>
              <a:t>Download the UnitedHealthcare app </a:t>
            </a:r>
            <a:endParaRPr lang="en-US" sz="2000" b="0" i="0" u="none" strike="noStrike" baseline="0" dirty="0">
              <a:solidFill>
                <a:srgbClr val="203A88"/>
              </a:solidFill>
            </a:endParaRPr>
          </a:p>
          <a:p>
            <a:pPr>
              <a:spcAft>
                <a:spcPts val="600"/>
              </a:spcAft>
            </a:pPr>
            <a:r>
              <a:rPr lang="en-US" sz="2000" b="0" i="0" u="none" strike="noStrike" baseline="0" dirty="0">
                <a:solidFill>
                  <a:srgbClr val="203A88"/>
                </a:solidFill>
              </a:rPr>
              <a:t>The UnitedHealthcare® app puts your health plan at your fingertips. Download it to: </a:t>
            </a:r>
          </a:p>
          <a:p>
            <a:pPr marL="285750" indent="-285750">
              <a:spcAft>
                <a:spcPts val="600"/>
              </a:spcAft>
              <a:buFont typeface="Arial" panose="020B0604020202020204" pitchFamily="34" charset="0"/>
              <a:buChar char="•"/>
            </a:pPr>
            <a:r>
              <a:rPr lang="en-US" sz="2000" b="0" i="0" u="none" strike="noStrike" baseline="0" dirty="0">
                <a:solidFill>
                  <a:srgbClr val="203A88"/>
                </a:solidFill>
              </a:rPr>
              <a:t>Find nearby care options in your network </a:t>
            </a:r>
          </a:p>
          <a:p>
            <a:pPr marL="285750" indent="-285750">
              <a:spcAft>
                <a:spcPts val="600"/>
              </a:spcAft>
              <a:buFont typeface="Arial" panose="020B0604020202020204" pitchFamily="34" charset="0"/>
              <a:buChar char="•"/>
            </a:pPr>
            <a:r>
              <a:rPr lang="en-US" sz="2000" b="0" i="0" u="none" strike="noStrike" baseline="0" dirty="0">
                <a:solidFill>
                  <a:srgbClr val="203A88"/>
                </a:solidFill>
              </a:rPr>
              <a:t>View and share your health plan ID card with your doctor’s office </a:t>
            </a:r>
          </a:p>
          <a:p>
            <a:pPr marL="285750" indent="-285750">
              <a:spcAft>
                <a:spcPts val="600"/>
              </a:spcAft>
              <a:buFont typeface="Arial" panose="020B0604020202020204" pitchFamily="34" charset="0"/>
              <a:buChar char="•"/>
            </a:pPr>
            <a:r>
              <a:rPr lang="en-US" sz="2000" b="0" i="0" u="none" strike="noStrike" baseline="0" dirty="0">
                <a:solidFill>
                  <a:srgbClr val="203A88"/>
                </a:solidFill>
              </a:rPr>
              <a:t>Video chat with a doctor 24/7 </a:t>
            </a:r>
          </a:p>
        </p:txBody>
      </p:sp>
      <p:pic>
        <p:nvPicPr>
          <p:cNvPr id="21" name="Picture 20">
            <a:extLst>
              <a:ext uri="{FF2B5EF4-FFF2-40B4-BE49-F238E27FC236}">
                <a16:creationId xmlns:a16="http://schemas.microsoft.com/office/drawing/2014/main" id="{C20B3A7F-F090-43A9-8DF8-2A721B65E181}"/>
              </a:ext>
            </a:extLst>
          </p:cNvPr>
          <p:cNvPicPr>
            <a:picLocks noChangeAspect="1"/>
          </p:cNvPicPr>
          <p:nvPr/>
        </p:nvPicPr>
        <p:blipFill>
          <a:blip r:embed="rId4"/>
          <a:stretch>
            <a:fillRect/>
          </a:stretch>
        </p:blipFill>
        <p:spPr>
          <a:xfrm>
            <a:off x="654908" y="4987446"/>
            <a:ext cx="2767913" cy="874620"/>
          </a:xfrm>
          <a:prstGeom prst="rect">
            <a:avLst/>
          </a:prstGeom>
        </p:spPr>
      </p:pic>
    </p:spTree>
    <p:extLst>
      <p:ext uri="{BB962C8B-B14F-4D97-AF65-F5344CB8AC3E}">
        <p14:creationId xmlns:p14="http://schemas.microsoft.com/office/powerpoint/2010/main" val="611379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CE938-5929-EA44-BA04-BAD61B14CA5F}"/>
              </a:ext>
            </a:extLst>
          </p:cNvPr>
          <p:cNvSpPr>
            <a:spLocks noGrp="1"/>
          </p:cNvSpPr>
          <p:nvPr>
            <p:ph type="title"/>
          </p:nvPr>
        </p:nvSpPr>
        <p:spPr>
          <a:xfrm>
            <a:off x="517233" y="469286"/>
            <a:ext cx="5364480" cy="1096841"/>
          </a:xfrm>
        </p:spPr>
        <p:txBody>
          <a:bodyPr/>
          <a:lstStyle/>
          <a:p>
            <a:r>
              <a:rPr lang="en-US" dirty="0"/>
              <a:t>Help is just a call away</a:t>
            </a:r>
          </a:p>
        </p:txBody>
      </p:sp>
      <p:sp>
        <p:nvSpPr>
          <p:cNvPr id="14" name="Content Placeholder 13">
            <a:extLst>
              <a:ext uri="{FF2B5EF4-FFF2-40B4-BE49-F238E27FC236}">
                <a16:creationId xmlns:a16="http://schemas.microsoft.com/office/drawing/2014/main" id="{E760748E-99BD-1F44-8116-FEBED4AD27EB}"/>
              </a:ext>
            </a:extLst>
          </p:cNvPr>
          <p:cNvSpPr>
            <a:spLocks noGrp="1"/>
          </p:cNvSpPr>
          <p:nvPr>
            <p:ph idx="1"/>
          </p:nvPr>
        </p:nvSpPr>
        <p:spPr>
          <a:xfrm>
            <a:off x="565324" y="1331942"/>
            <a:ext cx="5263255" cy="1620983"/>
          </a:xfrm>
        </p:spPr>
        <p:txBody>
          <a:bodyPr/>
          <a:lstStyle/>
          <a:p>
            <a:pPr marL="0" indent="0">
              <a:buNone/>
            </a:pPr>
            <a:r>
              <a:rPr lang="en-US" dirty="0"/>
              <a:t>Health plan questions? </a:t>
            </a:r>
            <a:br>
              <a:rPr lang="en-US" dirty="0"/>
            </a:br>
            <a:r>
              <a:rPr lang="en-US" dirty="0"/>
              <a:t>We’ve got answers.</a:t>
            </a:r>
          </a:p>
          <a:p>
            <a:pPr marL="0" indent="0">
              <a:spcAft>
                <a:spcPts val="2000"/>
              </a:spcAft>
              <a:buNone/>
            </a:pPr>
            <a:r>
              <a:rPr lang="en-US" b="1" dirty="0"/>
              <a:t>Connect with our dedicated </a:t>
            </a:r>
            <a:br>
              <a:rPr lang="en-US" b="1" dirty="0"/>
            </a:br>
            <a:r>
              <a:rPr lang="en-US" b="1" dirty="0"/>
              <a:t>customer care team by phone or online:</a:t>
            </a:r>
            <a:r>
              <a:rPr lang="en-US" dirty="0"/>
              <a:t>          </a:t>
            </a:r>
          </a:p>
        </p:txBody>
      </p:sp>
      <p:sp>
        <p:nvSpPr>
          <p:cNvPr id="6" name="Slide Number Placeholder 5">
            <a:extLst>
              <a:ext uri="{FF2B5EF4-FFF2-40B4-BE49-F238E27FC236}">
                <a16:creationId xmlns:a16="http://schemas.microsoft.com/office/drawing/2014/main" id="{C7D9D6EC-0979-7249-93D0-12E4E8783A6C}"/>
              </a:ext>
            </a:extLst>
          </p:cNvPr>
          <p:cNvSpPr>
            <a:spLocks noGrp="1"/>
          </p:cNvSpPr>
          <p:nvPr>
            <p:ph type="sldNum" sz="quarter" idx="12"/>
          </p:nvPr>
        </p:nvSpPr>
        <p:spPr>
          <a:xfrm>
            <a:off x="11213462" y="6244227"/>
            <a:ext cx="470647" cy="377952"/>
          </a:xfrm>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66DE20E4-D496-034F-914D-F7F15B93E95B}" type="slidenum">
              <a:rPr kumimoji="0" lang="en-US" sz="1067" b="0" i="0" u="none" strike="noStrike" kern="1200" cap="none" spc="0" normalizeH="0" baseline="0" noProof="0" smtClean="0">
                <a:ln>
                  <a:noFill/>
                </a:ln>
                <a:solidFill>
                  <a:srgbClr val="CCF2F7"/>
                </a:solidFill>
                <a:effectLst/>
                <a:uLnTx/>
                <a:uFillTx/>
                <a:latin typeface="Arial" panose="020B0604020202020204" pitchFamily="34" charset="0"/>
                <a:ea typeface="+mn-ea"/>
                <a:cs typeface="Arial" panose="020B0604020202020204" pitchFamily="34" charset="0"/>
              </a:rPr>
              <a:pPr marL="0" marR="0" lvl="0" indent="0" algn="r" defTabSz="914377" rtl="0" eaLnBrk="1" fontAlgn="auto" latinLnBrk="0" hangingPunct="1">
                <a:lnSpc>
                  <a:spcPct val="100000"/>
                </a:lnSpc>
                <a:spcBef>
                  <a:spcPts val="0"/>
                </a:spcBef>
                <a:spcAft>
                  <a:spcPts val="0"/>
                </a:spcAft>
                <a:buClrTx/>
                <a:buSzTx/>
                <a:buFontTx/>
                <a:buNone/>
                <a:tabLst/>
                <a:defRPr/>
              </a:pPr>
              <a:t>11</a:t>
            </a:fld>
            <a:endParaRPr kumimoji="0" lang="en-US" sz="1067" b="0" i="0" u="none" strike="noStrike" kern="1200" cap="none" spc="0" normalizeH="0" baseline="0" noProof="0">
              <a:ln>
                <a:noFill/>
              </a:ln>
              <a:solidFill>
                <a:srgbClr val="CCF2F7"/>
              </a:solidFill>
              <a:effectLst/>
              <a:uLnTx/>
              <a:uFillTx/>
              <a:latin typeface="Arial" panose="020B0604020202020204" pitchFamily="34" charset="0"/>
              <a:ea typeface="+mn-ea"/>
              <a:cs typeface="Arial" panose="020B0604020202020204" pitchFamily="34" charset="0"/>
            </a:endParaRPr>
          </a:p>
        </p:txBody>
      </p:sp>
      <p:pic>
        <p:nvPicPr>
          <p:cNvPr id="10" name="Picture 2">
            <a:extLst>
              <a:ext uri="{FF2B5EF4-FFF2-40B4-BE49-F238E27FC236}">
                <a16:creationId xmlns:a16="http://schemas.microsoft.com/office/drawing/2014/main" id="{A1E23A30-8EDD-E449-9C3C-B8AEB6159FE6}"/>
              </a:ext>
              <a:ext uri="{C183D7F6-B498-43B3-948B-1728B52AA6E4}">
                <adec:decorative xmlns:adec="http://schemas.microsoft.com/office/drawing/2017/decorative" val="1"/>
              </a:ext>
            </a:extLst>
          </p:cNvPr>
          <p:cNvPicPr>
            <a:picLocks noChangeAspect="1" noChangeArrowheads="1"/>
          </p:cNvPicPr>
          <p:nvPr/>
        </p:nvPicPr>
        <p:blipFill rotWithShape="1">
          <a:blip r:embed="rId3"/>
          <a:srcRect l="11906" t="5981" r="17885"/>
          <a:stretch/>
        </p:blipFill>
        <p:spPr bwMode="auto">
          <a:xfrm flipH="1">
            <a:off x="6205363" y="0"/>
            <a:ext cx="5986637"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descr="Icon&#10;&#10;Description automatically generated">
            <a:extLst>
              <a:ext uri="{FF2B5EF4-FFF2-40B4-BE49-F238E27FC236}">
                <a16:creationId xmlns:a16="http://schemas.microsoft.com/office/drawing/2014/main" id="{B5DAE7AE-A6A5-5B4B-940D-15C93A290A46}"/>
              </a:ext>
            </a:extLst>
          </p:cNvPr>
          <p:cNvPicPr>
            <a:picLocks noChangeAspect="1"/>
          </p:cNvPicPr>
          <p:nvPr/>
        </p:nvPicPr>
        <p:blipFill>
          <a:blip r:embed="rId4"/>
          <a:stretch>
            <a:fillRect/>
          </a:stretch>
        </p:blipFill>
        <p:spPr>
          <a:xfrm>
            <a:off x="565324" y="2975478"/>
            <a:ext cx="609600" cy="609600"/>
          </a:xfrm>
          <a:prstGeom prst="rect">
            <a:avLst/>
          </a:prstGeom>
        </p:spPr>
      </p:pic>
      <p:sp>
        <p:nvSpPr>
          <p:cNvPr id="9" name="TextBox 8">
            <a:extLst>
              <a:ext uri="{FF2B5EF4-FFF2-40B4-BE49-F238E27FC236}">
                <a16:creationId xmlns:a16="http://schemas.microsoft.com/office/drawing/2014/main" id="{531203A9-6014-4621-B039-70F84BCBFE10}"/>
              </a:ext>
            </a:extLst>
          </p:cNvPr>
          <p:cNvSpPr txBox="1"/>
          <p:nvPr/>
        </p:nvSpPr>
        <p:spPr>
          <a:xfrm>
            <a:off x="1223015" y="2957112"/>
            <a:ext cx="4150759" cy="646331"/>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477"/>
                </a:solidFill>
                <a:effectLst/>
                <a:uLnTx/>
                <a:uFillTx/>
                <a:latin typeface="Arial"/>
                <a:ea typeface="+mn-ea"/>
                <a:cs typeface="+mn-cs"/>
              </a:rPr>
              <a:t>Call the member number</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477"/>
                </a:solidFill>
                <a:effectLst/>
                <a:uLnTx/>
                <a:uFillTx/>
                <a:latin typeface="Arial"/>
                <a:ea typeface="+mn-ea"/>
                <a:cs typeface="+mn-cs"/>
              </a:rPr>
              <a:t>on your health plan ID card.</a:t>
            </a:r>
          </a:p>
        </p:txBody>
      </p:sp>
      <p:pic>
        <p:nvPicPr>
          <p:cNvPr id="12" name="Picture 11">
            <a:extLst>
              <a:ext uri="{FF2B5EF4-FFF2-40B4-BE49-F238E27FC236}">
                <a16:creationId xmlns:a16="http://schemas.microsoft.com/office/drawing/2014/main" id="{93107496-AC92-4137-8AE9-9464F6DA356E}"/>
              </a:ext>
            </a:extLst>
          </p:cNvPr>
          <p:cNvPicPr>
            <a:picLocks noChangeAspect="1"/>
          </p:cNvPicPr>
          <p:nvPr/>
        </p:nvPicPr>
        <p:blipFill>
          <a:blip r:embed="rId5"/>
          <a:srcRect/>
          <a:stretch/>
        </p:blipFill>
        <p:spPr>
          <a:xfrm>
            <a:off x="565324" y="4067264"/>
            <a:ext cx="609600" cy="609600"/>
          </a:xfrm>
          <a:prstGeom prst="rect">
            <a:avLst/>
          </a:prstGeom>
        </p:spPr>
      </p:pic>
      <p:sp>
        <p:nvSpPr>
          <p:cNvPr id="13" name="TextBox 12">
            <a:extLst>
              <a:ext uri="{FF2B5EF4-FFF2-40B4-BE49-F238E27FC236}">
                <a16:creationId xmlns:a16="http://schemas.microsoft.com/office/drawing/2014/main" id="{D322CE4B-A751-4802-A33A-CA8AA3362E73}"/>
              </a:ext>
            </a:extLst>
          </p:cNvPr>
          <p:cNvSpPr txBox="1"/>
          <p:nvPr/>
        </p:nvSpPr>
        <p:spPr>
          <a:xfrm>
            <a:off x="1223015" y="4072849"/>
            <a:ext cx="4150759" cy="646331"/>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477"/>
                </a:solidFill>
                <a:effectLst/>
                <a:uLnTx/>
                <a:uFillTx/>
                <a:latin typeface="Arial"/>
                <a:ea typeface="+mn-ea"/>
                <a:cs typeface="+mn-cs"/>
              </a:rPr>
              <a:t>Log in to myuhc.com®</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477"/>
                </a:solidFill>
                <a:effectLst/>
                <a:uLnTx/>
                <a:uFillTx/>
                <a:latin typeface="Arial"/>
                <a:ea typeface="+mn-ea"/>
                <a:cs typeface="+mn-cs"/>
              </a:rPr>
              <a:t>and click on</a:t>
            </a:r>
            <a:r>
              <a:rPr kumimoji="0" lang="en-US" sz="1800" b="1" i="0" u="none" strike="noStrike" kern="1200" cap="none" spc="0" normalizeH="0" baseline="0" noProof="0" dirty="0">
                <a:ln>
                  <a:noFill/>
                </a:ln>
                <a:solidFill>
                  <a:srgbClr val="002477"/>
                </a:solidFill>
                <a:effectLst/>
                <a:uLnTx/>
                <a:uFillTx/>
                <a:latin typeface="Arial"/>
                <a:ea typeface="+mn-ea"/>
                <a:cs typeface="+mn-cs"/>
              </a:rPr>
              <a:t> Call or Chat.</a:t>
            </a:r>
            <a:endParaRPr kumimoji="0" lang="en-US" sz="1800" b="0" i="0" u="none" strike="noStrike" kern="1200" cap="none" spc="0" normalizeH="0" baseline="0" noProof="0" dirty="0">
              <a:ln>
                <a:noFill/>
              </a:ln>
              <a:solidFill>
                <a:srgbClr val="002477"/>
              </a:solidFill>
              <a:effectLst/>
              <a:uLnTx/>
              <a:uFillTx/>
              <a:latin typeface="Arial"/>
              <a:ea typeface="+mn-ea"/>
              <a:cs typeface="+mn-cs"/>
            </a:endParaRPr>
          </a:p>
        </p:txBody>
      </p:sp>
      <p:pic>
        <p:nvPicPr>
          <p:cNvPr id="16" name="Picture 15">
            <a:extLst>
              <a:ext uri="{FF2B5EF4-FFF2-40B4-BE49-F238E27FC236}">
                <a16:creationId xmlns:a16="http://schemas.microsoft.com/office/drawing/2014/main" id="{16BD91C7-C9F5-49A0-8F96-5EE1409827DE}"/>
              </a:ext>
            </a:extLst>
          </p:cNvPr>
          <p:cNvPicPr>
            <a:picLocks noChangeAspect="1"/>
          </p:cNvPicPr>
          <p:nvPr/>
        </p:nvPicPr>
        <p:blipFill>
          <a:blip r:embed="rId6"/>
          <a:srcRect/>
          <a:stretch/>
        </p:blipFill>
        <p:spPr>
          <a:xfrm>
            <a:off x="565324" y="5159050"/>
            <a:ext cx="609600" cy="609600"/>
          </a:xfrm>
          <a:prstGeom prst="rect">
            <a:avLst/>
          </a:prstGeom>
        </p:spPr>
      </p:pic>
      <p:sp>
        <p:nvSpPr>
          <p:cNvPr id="17" name="TextBox 16">
            <a:extLst>
              <a:ext uri="{FF2B5EF4-FFF2-40B4-BE49-F238E27FC236}">
                <a16:creationId xmlns:a16="http://schemas.microsoft.com/office/drawing/2014/main" id="{796FB6FE-28AE-4601-8451-8863397E86F8}"/>
              </a:ext>
            </a:extLst>
          </p:cNvPr>
          <p:cNvSpPr txBox="1"/>
          <p:nvPr/>
        </p:nvSpPr>
        <p:spPr>
          <a:xfrm>
            <a:off x="1223015" y="5188586"/>
            <a:ext cx="4150759" cy="646331"/>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477"/>
                </a:solidFill>
                <a:effectLst/>
                <a:uLnTx/>
                <a:uFillTx/>
                <a:latin typeface="Arial"/>
                <a:ea typeface="+mn-ea"/>
                <a:cs typeface="+mn-cs"/>
              </a:rPr>
              <a:t>Tap into the UnitedHealthcare® app</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477"/>
                </a:solidFill>
                <a:effectLst/>
                <a:uLnTx/>
                <a:uFillTx/>
                <a:latin typeface="Arial"/>
                <a:ea typeface="+mn-ea"/>
                <a:cs typeface="+mn-cs"/>
              </a:rPr>
              <a:t>for assistance when you’re on the go.</a:t>
            </a:r>
          </a:p>
        </p:txBody>
      </p:sp>
    </p:spTree>
    <p:extLst>
      <p:ext uri="{BB962C8B-B14F-4D97-AF65-F5344CB8AC3E}">
        <p14:creationId xmlns:p14="http://schemas.microsoft.com/office/powerpoint/2010/main" val="810766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4BF7DA-7B62-4A50-A6DA-A0537F346B1C}"/>
              </a:ext>
            </a:extLst>
          </p:cNvPr>
          <p:cNvSpPr>
            <a:spLocks noGrp="1"/>
          </p:cNvSpPr>
          <p:nvPr>
            <p:ph type="sldNum" sz="quarter" idx="4294967295"/>
          </p:nvPr>
        </p:nvSpPr>
        <p:spPr>
          <a:xfrm>
            <a:off x="10313988" y="6243639"/>
            <a:ext cx="354012" cy="377825"/>
          </a:xfrm>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66DE20E4-D496-034F-914D-F7F15B93E95B}" type="slidenum">
              <a:rPr kumimoji="0" lang="en-US" sz="1067" b="0" i="0" u="none" strike="noStrike" kern="1200" cap="none" spc="0" normalizeH="0" baseline="0" noProof="0" smtClean="0">
                <a:ln>
                  <a:noFill/>
                </a:ln>
                <a:solidFill>
                  <a:srgbClr val="002477"/>
                </a:solidFill>
                <a:effectLst/>
                <a:uLnTx/>
                <a:uFillTx/>
                <a:latin typeface="Arial" panose="020B0604020202020204" pitchFamily="34" charset="0"/>
                <a:ea typeface="+mn-ea"/>
                <a:cs typeface="Arial" panose="020B0604020202020204" pitchFamily="34" charset="0"/>
              </a:rPr>
              <a:pPr marL="0" marR="0" lvl="0" indent="0" algn="r" defTabSz="914377" rtl="0" eaLnBrk="1" fontAlgn="auto" latinLnBrk="0" hangingPunct="1">
                <a:lnSpc>
                  <a:spcPct val="100000"/>
                </a:lnSpc>
                <a:spcBef>
                  <a:spcPts val="0"/>
                </a:spcBef>
                <a:spcAft>
                  <a:spcPts val="0"/>
                </a:spcAft>
                <a:buClrTx/>
                <a:buSzTx/>
                <a:buFontTx/>
                <a:buNone/>
                <a:tabLst/>
                <a:defRPr/>
              </a:pPr>
              <a:t>12</a:t>
            </a:fld>
            <a:endParaRPr kumimoji="0" lang="en-US" sz="1067" b="0" i="0" u="none" strike="noStrike" kern="1200" cap="none" spc="0" normalizeH="0" baseline="0" noProof="0" dirty="0">
              <a:ln>
                <a:noFill/>
              </a:ln>
              <a:solidFill>
                <a:srgbClr val="002477"/>
              </a:solidFill>
              <a:effectLst/>
              <a:uLnTx/>
              <a:uFillTx/>
              <a:latin typeface="Arial" panose="020B0604020202020204" pitchFamily="34" charset="0"/>
              <a:ea typeface="+mn-ea"/>
              <a:cs typeface="Arial" panose="020B0604020202020204" pitchFamily="34" charset="0"/>
            </a:endParaRPr>
          </a:p>
        </p:txBody>
      </p:sp>
      <p:sp>
        <p:nvSpPr>
          <p:cNvPr id="9" name="Title 8">
            <a:extLst>
              <a:ext uri="{FF2B5EF4-FFF2-40B4-BE49-F238E27FC236}">
                <a16:creationId xmlns:a16="http://schemas.microsoft.com/office/drawing/2014/main" id="{79A43A89-3677-48EF-9212-2058175CE91E}"/>
              </a:ext>
            </a:extLst>
          </p:cNvPr>
          <p:cNvSpPr>
            <a:spLocks noGrp="1"/>
          </p:cNvSpPr>
          <p:nvPr>
            <p:ph type="ctrTitle"/>
          </p:nvPr>
        </p:nvSpPr>
        <p:spPr>
          <a:xfrm>
            <a:off x="3078759" y="2290195"/>
            <a:ext cx="5108895" cy="1827136"/>
          </a:xfrm>
        </p:spPr>
        <p:txBody>
          <a:bodyPr/>
          <a:lstStyle/>
          <a:p>
            <a:r>
              <a:rPr lang="en-US" sz="6000" dirty="0">
                <a:effectLst/>
              </a:rPr>
              <a:t>Thank</a:t>
            </a:r>
            <a:r>
              <a:rPr lang="en-US" sz="6000" dirty="0">
                <a:effectLst>
                  <a:reflection blurRad="6350" stA="55000" endA="300" endPos="45500" dir="5400000" sy="-100000" algn="bl" rotWithShape="0"/>
                </a:effectLst>
              </a:rPr>
              <a:t> </a:t>
            </a:r>
            <a:r>
              <a:rPr lang="en-US" sz="6000" dirty="0">
                <a:effectLst/>
              </a:rPr>
              <a:t>you.</a:t>
            </a:r>
          </a:p>
        </p:txBody>
      </p:sp>
    </p:spTree>
    <p:extLst>
      <p:ext uri="{BB962C8B-B14F-4D97-AF65-F5344CB8AC3E}">
        <p14:creationId xmlns:p14="http://schemas.microsoft.com/office/powerpoint/2010/main" val="1074907518"/>
      </p:ext>
    </p:extLst>
  </p:cSld>
  <p:clrMapOvr>
    <a:masterClrMapping/>
  </p:clrMapOvr>
</p:sld>
</file>

<file path=ppt/theme/theme1.xml><?xml version="1.0" encoding="utf-8"?>
<a:theme xmlns:a="http://schemas.openxmlformats.org/drawingml/2006/main" name="Master Theme">
  <a:themeElements>
    <a:clrScheme name="Custom 27">
      <a:dk1>
        <a:srgbClr val="002477"/>
      </a:dk1>
      <a:lt1>
        <a:srgbClr val="FFFFFF"/>
      </a:lt1>
      <a:dk2>
        <a:srgbClr val="595959"/>
      </a:dk2>
      <a:lt2>
        <a:srgbClr val="CCF2F7"/>
      </a:lt2>
      <a:accent1>
        <a:srgbClr val="002477"/>
      </a:accent1>
      <a:accent2>
        <a:srgbClr val="00BED5"/>
      </a:accent2>
      <a:accent3>
        <a:srgbClr val="99E5EE"/>
      </a:accent3>
      <a:accent4>
        <a:srgbClr val="F5B700"/>
      </a:accent4>
      <a:accent5>
        <a:srgbClr val="FBE299"/>
      </a:accent5>
      <a:accent6>
        <a:srgbClr val="FF681F"/>
      </a:accent6>
      <a:hlink>
        <a:srgbClr val="196ECF"/>
      </a:hlink>
      <a:folHlink>
        <a:srgbClr val="002677"/>
      </a:folHlink>
    </a:clrScheme>
    <a:fontScheme name="UnitedHealthcare">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2">
              <a:lumMod val="40000"/>
              <a:lumOff val="6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688</TotalTime>
  <Words>1580</Words>
  <Application>Microsoft Office PowerPoint</Application>
  <PresentationFormat>Widescreen</PresentationFormat>
  <Paragraphs>161</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Georgia</vt:lpstr>
      <vt:lpstr>System Font Regular</vt:lpstr>
      <vt:lpstr>UHCSans-Bold</vt:lpstr>
      <vt:lpstr>UHCSans-Regular</vt:lpstr>
      <vt:lpstr>Master Theme</vt:lpstr>
      <vt:lpstr>Myuhc.com</vt:lpstr>
      <vt:lpstr>Activate your myuhc.com account</vt:lpstr>
      <vt:lpstr>Activate your myuhc.com account continued</vt:lpstr>
      <vt:lpstr>Dashboard</vt:lpstr>
      <vt:lpstr>Find Care &amp; Cost</vt:lpstr>
      <vt:lpstr>Claims &amp; Accounts</vt:lpstr>
      <vt:lpstr>Coverage &amp; Benefits</vt:lpstr>
      <vt:lpstr>Pharmacy &amp; Prescriptions</vt:lpstr>
      <vt:lpstr>Health Resources</vt:lpstr>
      <vt:lpstr>UHC App</vt:lpstr>
      <vt:lpstr>Help is just a call away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Myuhc.com and UHC App</dc:title>
  <dc:creator>Wachter, Jessica L</dc:creator>
  <cp:lastModifiedBy>Marr, Heather M</cp:lastModifiedBy>
  <cp:revision>33</cp:revision>
  <dcterms:created xsi:type="dcterms:W3CDTF">2022-03-30T19:32:34Z</dcterms:created>
  <dcterms:modified xsi:type="dcterms:W3CDTF">2023-04-18T13:41:58Z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20f21ee-9bdc-4991-8abe-58f53448e302_Enabled">
    <vt:lpwstr>true</vt:lpwstr>
  </property>
  <property fmtid="{D5CDD505-2E9C-101B-9397-08002B2CF9AE}" pid="3" name="MSIP_Label_320f21ee-9bdc-4991-8abe-58f53448e302_SetDate">
    <vt:lpwstr>2022-10-04T16:16:25Z</vt:lpwstr>
  </property>
  <property fmtid="{D5CDD505-2E9C-101B-9397-08002B2CF9AE}" pid="4" name="MSIP_Label_320f21ee-9bdc-4991-8abe-58f53448e302_Method">
    <vt:lpwstr>Privileged</vt:lpwstr>
  </property>
  <property fmtid="{D5CDD505-2E9C-101B-9397-08002B2CF9AE}" pid="5" name="MSIP_Label_320f21ee-9bdc-4991-8abe-58f53448e302_Name">
    <vt:lpwstr>External Label</vt:lpwstr>
  </property>
  <property fmtid="{D5CDD505-2E9C-101B-9397-08002B2CF9AE}" pid="6" name="MSIP_Label_320f21ee-9bdc-4991-8abe-58f53448e302_SiteId">
    <vt:lpwstr>db05faca-c82a-4b9d-b9c5-0f64b6755421</vt:lpwstr>
  </property>
  <property fmtid="{D5CDD505-2E9C-101B-9397-08002B2CF9AE}" pid="7" name="MSIP_Label_320f21ee-9bdc-4991-8abe-58f53448e302_ActionId">
    <vt:lpwstr>20efbd98-ae6e-4a5d-b05e-1b9aa569b753</vt:lpwstr>
  </property>
  <property fmtid="{D5CDD505-2E9C-101B-9397-08002B2CF9AE}" pid="8" name="MSIP_Label_320f21ee-9bdc-4991-8abe-58f53448e302_ContentBits">
    <vt:lpwstr>0</vt:lpwstr>
  </property>
</Properties>
</file>